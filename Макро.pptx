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&#1055;&#1088;&#1086;&#1077;&#1082;&#1090;\&#1051;&#1080;&#1089;&#1090;%20Microsoft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&#1055;&#1088;&#1086;&#1077;&#1082;&#1090;\&#1051;&#1080;&#1089;&#1090;%20Microsoft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Макро</a:t>
            </a:r>
            <a:r>
              <a:rPr lang="ru-RU" altLang="zh-CN" b="1" baseline="0" dirty="0">
                <a:latin typeface="Arial" panose="020B0604020202020204" pitchFamily="34" charset="0"/>
                <a:cs typeface="Arial" panose="020B0604020202020204" pitchFamily="34" charset="0"/>
              </a:rPr>
              <a:t> данные за период 2008-2024</a:t>
            </a:r>
            <a:endParaRPr lang="ru-RU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Лист4!$A$4</c:f>
              <c:strCache>
                <c:ptCount val="1"/>
                <c:pt idx="0">
                  <c:v>Brent Oil (USD/bbl)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Лист4!$B$4:$HG$4</c:f>
              <c:numCache>
                <c:formatCode>_-* #\ ##0\ _₽_-;\-* #\ ##0\ _₽_-;_-* "-"??\ _₽_-;_-@_-</c:formatCode>
                <c:ptCount val="214"/>
                <c:pt idx="0">
                  <c:v>92.178095238095253</c:v>
                </c:pt>
                <c:pt idx="1">
                  <c:v>94.986500000000007</c:v>
                </c:pt>
                <c:pt idx="2">
                  <c:v>103.63549999999999</c:v>
                </c:pt>
                <c:pt idx="3">
                  <c:v>109.07136363636363</c:v>
                </c:pt>
                <c:pt idx="4">
                  <c:v>122.79714285714284</c:v>
                </c:pt>
                <c:pt idx="5">
                  <c:v>132.32238095238097</c:v>
                </c:pt>
                <c:pt idx="6">
                  <c:v>132.71818181818182</c:v>
                </c:pt>
                <c:pt idx="7">
                  <c:v>113.24333333333331</c:v>
                </c:pt>
                <c:pt idx="8">
                  <c:v>97.234761904761925</c:v>
                </c:pt>
                <c:pt idx="9">
                  <c:v>71.582173913043462</c:v>
                </c:pt>
                <c:pt idx="10">
                  <c:v>52.452631578947368</c:v>
                </c:pt>
                <c:pt idx="11">
                  <c:v>39.94681818181818</c:v>
                </c:pt>
                <c:pt idx="12">
                  <c:v>43.439499999999995</c:v>
                </c:pt>
                <c:pt idx="13">
                  <c:v>43.324736842105253</c:v>
                </c:pt>
                <c:pt idx="14">
                  <c:v>46.540454545454544</c:v>
                </c:pt>
                <c:pt idx="15">
                  <c:v>50.181904761904761</c:v>
                </c:pt>
                <c:pt idx="16">
                  <c:v>57.302499999999995</c:v>
                </c:pt>
                <c:pt idx="17">
                  <c:v>68.609545454545454</c:v>
                </c:pt>
                <c:pt idx="18">
                  <c:v>64.435454545454533</c:v>
                </c:pt>
                <c:pt idx="19">
                  <c:v>72.508571428571415</c:v>
                </c:pt>
                <c:pt idx="20">
                  <c:v>67.646190476190469</c:v>
                </c:pt>
                <c:pt idx="21">
                  <c:v>72.769545454545451</c:v>
                </c:pt>
                <c:pt idx="22">
                  <c:v>76.661999999999992</c:v>
                </c:pt>
                <c:pt idx="23">
                  <c:v>74.456363636363648</c:v>
                </c:pt>
                <c:pt idx="24">
                  <c:v>76.167368421052629</c:v>
                </c:pt>
                <c:pt idx="25">
                  <c:v>73.752105263157887</c:v>
                </c:pt>
                <c:pt idx="26">
                  <c:v>78.827391304347842</c:v>
                </c:pt>
                <c:pt idx="27">
                  <c:v>84.817619047619033</c:v>
                </c:pt>
                <c:pt idx="28">
                  <c:v>75.945499999999996</c:v>
                </c:pt>
                <c:pt idx="29">
                  <c:v>74.760909090909095</c:v>
                </c:pt>
                <c:pt idx="30">
                  <c:v>75.58</c:v>
                </c:pt>
                <c:pt idx="31">
                  <c:v>77.039545454545447</c:v>
                </c:pt>
                <c:pt idx="32">
                  <c:v>77.840476190476195</c:v>
                </c:pt>
                <c:pt idx="33">
                  <c:v>82.664761904761903</c:v>
                </c:pt>
                <c:pt idx="34">
                  <c:v>85.274761904761903</c:v>
                </c:pt>
                <c:pt idx="35">
                  <c:v>91.446818181818159</c:v>
                </c:pt>
                <c:pt idx="36">
                  <c:v>96.523499999999984</c:v>
                </c:pt>
                <c:pt idx="37">
                  <c:v>103.71631578947368</c:v>
                </c:pt>
                <c:pt idx="38">
                  <c:v>114.64347826086956</c:v>
                </c:pt>
                <c:pt idx="39">
                  <c:v>123.25888888888888</c:v>
                </c:pt>
                <c:pt idx="40">
                  <c:v>114.9890476190476</c:v>
                </c:pt>
                <c:pt idx="41">
                  <c:v>113.83318181818184</c:v>
                </c:pt>
                <c:pt idx="42">
                  <c:v>116.97349999999999</c:v>
                </c:pt>
                <c:pt idx="43">
                  <c:v>110.21954545454547</c:v>
                </c:pt>
                <c:pt idx="44">
                  <c:v>112.83380952380955</c:v>
                </c:pt>
                <c:pt idx="45">
                  <c:v>109.54999999999998</c:v>
                </c:pt>
                <c:pt idx="46">
                  <c:v>110.76809523809523</c:v>
                </c:pt>
                <c:pt idx="47">
                  <c:v>107.87049999999999</c:v>
                </c:pt>
                <c:pt idx="48">
                  <c:v>110.68599999999999</c:v>
                </c:pt>
                <c:pt idx="49">
                  <c:v>119.327</c:v>
                </c:pt>
                <c:pt idx="50">
                  <c:v>125.44545454545454</c:v>
                </c:pt>
                <c:pt idx="51">
                  <c:v>119.42166666666668</c:v>
                </c:pt>
                <c:pt idx="52">
                  <c:v>110.33952380952381</c:v>
                </c:pt>
                <c:pt idx="53">
                  <c:v>95.155714285714296</c:v>
                </c:pt>
                <c:pt idx="54">
                  <c:v>102.61857142857141</c:v>
                </c:pt>
                <c:pt idx="55">
                  <c:v>113.35608695652174</c:v>
                </c:pt>
                <c:pt idx="56">
                  <c:v>112.86368421052633</c:v>
                </c:pt>
                <c:pt idx="57">
                  <c:v>111.71086956521739</c:v>
                </c:pt>
                <c:pt idx="58">
                  <c:v>109.05857142857143</c:v>
                </c:pt>
                <c:pt idx="59">
                  <c:v>109.494</c:v>
                </c:pt>
                <c:pt idx="60">
                  <c:v>112.96000000000001</c:v>
                </c:pt>
                <c:pt idx="61">
                  <c:v>116.05052631578945</c:v>
                </c:pt>
                <c:pt idx="62">
                  <c:v>108.474</c:v>
                </c:pt>
                <c:pt idx="63">
                  <c:v>102.24818181818182</c:v>
                </c:pt>
                <c:pt idx="64">
                  <c:v>102.55863636363634</c:v>
                </c:pt>
                <c:pt idx="65">
                  <c:v>102.9195</c:v>
                </c:pt>
                <c:pt idx="66">
                  <c:v>107.93318181818178</c:v>
                </c:pt>
                <c:pt idx="67">
                  <c:v>111.28045454545453</c:v>
                </c:pt>
                <c:pt idx="68">
                  <c:v>111.59649999999999</c:v>
                </c:pt>
                <c:pt idx="69">
                  <c:v>109.07652173913043</c:v>
                </c:pt>
                <c:pt idx="70">
                  <c:v>107.79199999999999</c:v>
                </c:pt>
                <c:pt idx="71">
                  <c:v>110.75666666666666</c:v>
                </c:pt>
                <c:pt idx="72">
                  <c:v>108.11772727272728</c:v>
                </c:pt>
                <c:pt idx="73">
                  <c:v>108.90052631578948</c:v>
                </c:pt>
                <c:pt idx="74">
                  <c:v>107.48095238095237</c:v>
                </c:pt>
                <c:pt idx="75">
                  <c:v>107.7552380952381</c:v>
                </c:pt>
                <c:pt idx="76">
                  <c:v>109.53909090909092</c:v>
                </c:pt>
                <c:pt idx="77">
                  <c:v>111.7952380952381</c:v>
                </c:pt>
                <c:pt idx="78">
                  <c:v>106.76818181818182</c:v>
                </c:pt>
                <c:pt idx="79">
                  <c:v>101.60809523809523</c:v>
                </c:pt>
                <c:pt idx="80">
                  <c:v>97.091428571428565</c:v>
                </c:pt>
                <c:pt idx="81">
                  <c:v>87.425217391304372</c:v>
                </c:pt>
                <c:pt idx="82">
                  <c:v>79.437894736842111</c:v>
                </c:pt>
                <c:pt idx="83">
                  <c:v>62.334999999999994</c:v>
                </c:pt>
                <c:pt idx="84">
                  <c:v>47.75950000000001</c:v>
                </c:pt>
                <c:pt idx="85">
                  <c:v>58.095500000000015</c:v>
                </c:pt>
                <c:pt idx="86">
                  <c:v>55.885454545454543</c:v>
                </c:pt>
                <c:pt idx="87">
                  <c:v>59.524285714285725</c:v>
                </c:pt>
                <c:pt idx="88">
                  <c:v>64.075000000000003</c:v>
                </c:pt>
                <c:pt idx="89">
                  <c:v>61.477727272727286</c:v>
                </c:pt>
                <c:pt idx="90">
                  <c:v>56.561304347826088</c:v>
                </c:pt>
                <c:pt idx="91">
                  <c:v>46.515000000000001</c:v>
                </c:pt>
                <c:pt idx="92">
                  <c:v>47.62318181818182</c:v>
                </c:pt>
                <c:pt idx="93">
                  <c:v>48.43</c:v>
                </c:pt>
                <c:pt idx="94">
                  <c:v>44.267619047619057</c:v>
                </c:pt>
                <c:pt idx="95">
                  <c:v>38.005454545454548</c:v>
                </c:pt>
                <c:pt idx="96">
                  <c:v>30.6995</c:v>
                </c:pt>
                <c:pt idx="97">
                  <c:v>32.1815</c:v>
                </c:pt>
                <c:pt idx="98">
                  <c:v>38.210454545454553</c:v>
                </c:pt>
                <c:pt idx="99">
                  <c:v>41.583333333333336</c:v>
                </c:pt>
                <c:pt idx="100">
                  <c:v>46.742380952380941</c:v>
                </c:pt>
                <c:pt idx="101">
                  <c:v>48.247272727272723</c:v>
                </c:pt>
                <c:pt idx="102">
                  <c:v>44.951904761904771</c:v>
                </c:pt>
                <c:pt idx="103">
                  <c:v>45.843043478260874</c:v>
                </c:pt>
                <c:pt idx="104">
                  <c:v>46.567727272727275</c:v>
                </c:pt>
                <c:pt idx="105">
                  <c:v>49.522380952380956</c:v>
                </c:pt>
                <c:pt idx="106">
                  <c:v>44.734090909090916</c:v>
                </c:pt>
                <c:pt idx="107">
                  <c:v>53.308499999999995</c:v>
                </c:pt>
                <c:pt idx="108">
                  <c:v>54.576666666666661</c:v>
                </c:pt>
                <c:pt idx="109">
                  <c:v>54.869500000000002</c:v>
                </c:pt>
                <c:pt idx="110">
                  <c:v>51.589130434782604</c:v>
                </c:pt>
                <c:pt idx="111">
                  <c:v>52.307894736842108</c:v>
                </c:pt>
                <c:pt idx="112">
                  <c:v>50.326521739130442</c:v>
                </c:pt>
                <c:pt idx="113">
                  <c:v>46.368181818181824</c:v>
                </c:pt>
                <c:pt idx="114">
                  <c:v>48.478571428571428</c:v>
                </c:pt>
                <c:pt idx="115">
                  <c:v>51.704347826086966</c:v>
                </c:pt>
                <c:pt idx="116">
                  <c:v>56.152857142857137</c:v>
                </c:pt>
                <c:pt idx="117">
                  <c:v>57.507727272727273</c:v>
                </c:pt>
                <c:pt idx="118">
                  <c:v>62.714090909090899</c:v>
                </c:pt>
                <c:pt idx="119">
                  <c:v>64.373684210526321</c:v>
                </c:pt>
                <c:pt idx="120">
                  <c:v>69.077272727272714</c:v>
                </c:pt>
                <c:pt idx="121">
                  <c:v>65.317499999999981</c:v>
                </c:pt>
                <c:pt idx="122">
                  <c:v>66.016666666666666</c:v>
                </c:pt>
                <c:pt idx="123">
                  <c:v>72.106000000000009</c:v>
                </c:pt>
                <c:pt idx="124">
                  <c:v>76.975238095238112</c:v>
                </c:pt>
                <c:pt idx="125">
                  <c:v>74.404761904761898</c:v>
                </c:pt>
                <c:pt idx="126">
                  <c:v>74.25409090909092</c:v>
                </c:pt>
                <c:pt idx="127">
                  <c:v>72.52826086956523</c:v>
                </c:pt>
                <c:pt idx="128">
                  <c:v>78.89100000000002</c:v>
                </c:pt>
                <c:pt idx="129">
                  <c:v>81.032173913043479</c:v>
                </c:pt>
                <c:pt idx="130">
                  <c:v>64.74818181818182</c:v>
                </c:pt>
                <c:pt idx="131">
                  <c:v>57.362352941176482</c:v>
                </c:pt>
                <c:pt idx="132">
                  <c:v>59.409545454545452</c:v>
                </c:pt>
                <c:pt idx="133">
                  <c:v>63.960499999999989</c:v>
                </c:pt>
                <c:pt idx="134">
                  <c:v>66.138571428571424</c:v>
                </c:pt>
                <c:pt idx="135">
                  <c:v>71.233333333333334</c:v>
                </c:pt>
                <c:pt idx="136">
                  <c:v>71.317727272727296</c:v>
                </c:pt>
                <c:pt idx="137">
                  <c:v>64.220499999999987</c:v>
                </c:pt>
                <c:pt idx="138">
                  <c:v>63.919130434782595</c:v>
                </c:pt>
                <c:pt idx="139">
                  <c:v>59.041818181818186</c:v>
                </c:pt>
                <c:pt idx="140">
                  <c:v>62.826666666666675</c:v>
                </c:pt>
                <c:pt idx="141">
                  <c:v>59.713043478260865</c:v>
                </c:pt>
                <c:pt idx="142">
                  <c:v>63.211904761904762</c:v>
                </c:pt>
                <c:pt idx="143">
                  <c:v>67.217142857142861</c:v>
                </c:pt>
                <c:pt idx="144">
                  <c:v>63.645454545454534</c:v>
                </c:pt>
                <c:pt idx="145">
                  <c:v>55.657000000000004</c:v>
                </c:pt>
                <c:pt idx="146">
                  <c:v>32.011363636363633</c:v>
                </c:pt>
                <c:pt idx="147">
                  <c:v>18.378500000000003</c:v>
                </c:pt>
                <c:pt idx="148">
                  <c:v>29.378947368421056</c:v>
                </c:pt>
                <c:pt idx="149">
                  <c:v>40.266818181818188</c:v>
                </c:pt>
                <c:pt idx="150">
                  <c:v>43.24217391304348</c:v>
                </c:pt>
                <c:pt idx="151">
                  <c:v>44.736000000000004</c:v>
                </c:pt>
                <c:pt idx="152">
                  <c:v>40.909545454545452</c:v>
                </c:pt>
                <c:pt idx="153">
                  <c:v>40.18954545454546</c:v>
                </c:pt>
                <c:pt idx="154">
                  <c:v>42.692380952380951</c:v>
                </c:pt>
                <c:pt idx="155">
                  <c:v>49.993636363636362</c:v>
                </c:pt>
                <c:pt idx="156">
                  <c:v>54.774000000000001</c:v>
                </c:pt>
                <c:pt idx="157">
                  <c:v>62.276499999999999</c:v>
                </c:pt>
                <c:pt idx="158">
                  <c:v>65.41</c:v>
                </c:pt>
                <c:pt idx="159">
                  <c:v>64.8065</c:v>
                </c:pt>
                <c:pt idx="160">
                  <c:v>68.534210526315789</c:v>
                </c:pt>
                <c:pt idx="161">
                  <c:v>73.164090909090916</c:v>
                </c:pt>
                <c:pt idx="162">
                  <c:v>75.165909090909082</c:v>
                </c:pt>
                <c:pt idx="163">
                  <c:v>70.747142857142862</c:v>
                </c:pt>
                <c:pt idx="164">
                  <c:v>74.48863636363636</c:v>
                </c:pt>
                <c:pt idx="165">
                  <c:v>83.538095238095224</c:v>
                </c:pt>
                <c:pt idx="166">
                  <c:v>81.05</c:v>
                </c:pt>
                <c:pt idx="167">
                  <c:v>74.170476190476194</c:v>
                </c:pt>
                <c:pt idx="168">
                  <c:v>86.505238095238084</c:v>
                </c:pt>
                <c:pt idx="169">
                  <c:v>97.129000000000005</c:v>
                </c:pt>
                <c:pt idx="170">
                  <c:v>117.24521739130434</c:v>
                </c:pt>
                <c:pt idx="171">
                  <c:v>104.57526315789472</c:v>
                </c:pt>
                <c:pt idx="172">
                  <c:v>113.33761904761907</c:v>
                </c:pt>
                <c:pt idx="173">
                  <c:v>122.71095238095242</c:v>
                </c:pt>
                <c:pt idx="174">
                  <c:v>111.92571428571429</c:v>
                </c:pt>
                <c:pt idx="175">
                  <c:v>100.44636363636364</c:v>
                </c:pt>
                <c:pt idx="176">
                  <c:v>89.764761904761912</c:v>
                </c:pt>
                <c:pt idx="177">
                  <c:v>93.331904761904767</c:v>
                </c:pt>
                <c:pt idx="178">
                  <c:v>91.415454545454551</c:v>
                </c:pt>
                <c:pt idx="179">
                  <c:v>80.924000000000007</c:v>
                </c:pt>
                <c:pt idx="180">
                  <c:v>82.501428571428576</c:v>
                </c:pt>
                <c:pt idx="181">
                  <c:v>82.585000000000008</c:v>
                </c:pt>
                <c:pt idx="182">
                  <c:v>78.434347826086949</c:v>
                </c:pt>
                <c:pt idx="183">
                  <c:v>84.638333333333321</c:v>
                </c:pt>
                <c:pt idx="184">
                  <c:v>75.466000000000008</c:v>
                </c:pt>
                <c:pt idx="185">
                  <c:v>74.839090909090899</c:v>
                </c:pt>
                <c:pt idx="186">
                  <c:v>80.108095238095231</c:v>
                </c:pt>
                <c:pt idx="187">
                  <c:v>86.147727272727266</c:v>
                </c:pt>
                <c:pt idx="188">
                  <c:v>93.722380952380945</c:v>
                </c:pt>
                <c:pt idx="189">
                  <c:v>90.595909090909103</c:v>
                </c:pt>
                <c:pt idx="190">
                  <c:v>82.94</c:v>
                </c:pt>
                <c:pt idx="191">
                  <c:v>77.631052631578939</c:v>
                </c:pt>
                <c:pt idx="192">
                  <c:v>80.12409090909091</c:v>
                </c:pt>
                <c:pt idx="193">
                  <c:v>83.478095238095221</c:v>
                </c:pt>
                <c:pt idx="194">
                  <c:v>85.408500000000004</c:v>
                </c:pt>
                <c:pt idx="195">
                  <c:v>89.938095238095229</c:v>
                </c:pt>
                <c:pt idx="196">
                  <c:v>81.746190476190492</c:v>
                </c:pt>
                <c:pt idx="197">
                  <c:v>82.246000000000009</c:v>
                </c:pt>
                <c:pt idx="198">
                  <c:v>85.153043478260869</c:v>
                </c:pt>
                <c:pt idx="199">
                  <c:v>80.355238095238079</c:v>
                </c:pt>
                <c:pt idx="200">
                  <c:v>74.016666666666666</c:v>
                </c:pt>
                <c:pt idx="201">
                  <c:v>75.632608695652166</c:v>
                </c:pt>
                <c:pt idx="202">
                  <c:v>74.345238095238102</c:v>
                </c:pt>
                <c:pt idx="203">
                  <c:v>73.859499999999997</c:v>
                </c:pt>
                <c:pt idx="204">
                  <c:v>79.270454545454541</c:v>
                </c:pt>
                <c:pt idx="205">
                  <c:v>75.438000000000002</c:v>
                </c:pt>
                <c:pt idx="206">
                  <c:v>72.732857142857142</c:v>
                </c:pt>
                <c:pt idx="207">
                  <c:v>68.134500000000003</c:v>
                </c:pt>
                <c:pt idx="208">
                  <c:v>64.453000000000003</c:v>
                </c:pt>
                <c:pt idx="209">
                  <c:v>71.444761904761918</c:v>
                </c:pt>
                <c:pt idx="210">
                  <c:v>71.041304347826113</c:v>
                </c:pt>
                <c:pt idx="211">
                  <c:v>67.87</c:v>
                </c:pt>
                <c:pt idx="212">
                  <c:v>67.985454545454559</c:v>
                </c:pt>
                <c:pt idx="213">
                  <c:v>64.570714285714303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07-4FA6-89FB-A39F7F2F58AB}"/>
            </c:ext>
          </c:extLst>
        </c:ser>
        <c:ser>
          <c:idx val="2"/>
          <c:order val="2"/>
          <c:tx>
            <c:strRef>
              <c:f>Лист4!$A$5</c:f>
              <c:strCache>
                <c:ptCount val="1"/>
                <c:pt idx="0">
                  <c:v>CPI (All items, SA, 82-84=100)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Лист4!$B$5:$HG$5</c:f>
              <c:numCache>
                <c:formatCode>_-* #\ ##0\ _₽_-;\-* #\ ##0\ _₽_-;_-* "-"??\ _₽_-;_-@_-</c:formatCode>
                <c:ptCount val="214"/>
                <c:pt idx="0">
                  <c:v>212.17400000000001</c:v>
                </c:pt>
                <c:pt idx="1">
                  <c:v>212.68700000000001</c:v>
                </c:pt>
                <c:pt idx="2">
                  <c:v>213.44800000000001</c:v>
                </c:pt>
                <c:pt idx="3">
                  <c:v>213.94200000000001</c:v>
                </c:pt>
                <c:pt idx="4">
                  <c:v>215.208</c:v>
                </c:pt>
                <c:pt idx="5">
                  <c:v>217.46299999999999</c:v>
                </c:pt>
                <c:pt idx="6">
                  <c:v>219.01599999999999</c:v>
                </c:pt>
                <c:pt idx="7">
                  <c:v>218.69</c:v>
                </c:pt>
                <c:pt idx="8">
                  <c:v>218.87700000000001</c:v>
                </c:pt>
                <c:pt idx="9">
                  <c:v>216.995</c:v>
                </c:pt>
                <c:pt idx="10">
                  <c:v>213.15299999999999</c:v>
                </c:pt>
                <c:pt idx="11">
                  <c:v>211.398</c:v>
                </c:pt>
                <c:pt idx="12">
                  <c:v>211.93299999999999</c:v>
                </c:pt>
                <c:pt idx="13">
                  <c:v>212.70500000000001</c:v>
                </c:pt>
                <c:pt idx="14">
                  <c:v>212.495</c:v>
                </c:pt>
                <c:pt idx="15">
                  <c:v>212.709</c:v>
                </c:pt>
                <c:pt idx="16">
                  <c:v>213.02199999999999</c:v>
                </c:pt>
                <c:pt idx="17">
                  <c:v>214.79</c:v>
                </c:pt>
                <c:pt idx="18">
                  <c:v>214.726</c:v>
                </c:pt>
                <c:pt idx="19">
                  <c:v>215.44499999999999</c:v>
                </c:pt>
                <c:pt idx="20">
                  <c:v>215.86099999999999</c:v>
                </c:pt>
                <c:pt idx="21">
                  <c:v>216.50899999999999</c:v>
                </c:pt>
                <c:pt idx="22">
                  <c:v>217.23400000000001</c:v>
                </c:pt>
                <c:pt idx="23">
                  <c:v>217.34700000000001</c:v>
                </c:pt>
                <c:pt idx="24">
                  <c:v>217.488</c:v>
                </c:pt>
                <c:pt idx="25">
                  <c:v>217.28100000000001</c:v>
                </c:pt>
                <c:pt idx="26">
                  <c:v>217.35300000000001</c:v>
                </c:pt>
                <c:pt idx="27">
                  <c:v>217.40299999999999</c:v>
                </c:pt>
                <c:pt idx="28">
                  <c:v>217.29</c:v>
                </c:pt>
                <c:pt idx="29">
                  <c:v>217.19900000000001</c:v>
                </c:pt>
                <c:pt idx="30">
                  <c:v>217.60499999999999</c:v>
                </c:pt>
                <c:pt idx="31">
                  <c:v>217.923</c:v>
                </c:pt>
                <c:pt idx="32">
                  <c:v>218.27500000000001</c:v>
                </c:pt>
                <c:pt idx="33">
                  <c:v>219.035</c:v>
                </c:pt>
                <c:pt idx="34">
                  <c:v>219.59</c:v>
                </c:pt>
                <c:pt idx="35">
                  <c:v>220.47200000000001</c:v>
                </c:pt>
                <c:pt idx="36">
                  <c:v>221.18700000000001</c:v>
                </c:pt>
                <c:pt idx="37">
                  <c:v>221.898</c:v>
                </c:pt>
                <c:pt idx="38">
                  <c:v>223.04599999999999</c:v>
                </c:pt>
                <c:pt idx="39">
                  <c:v>224.09299999999999</c:v>
                </c:pt>
                <c:pt idx="40">
                  <c:v>224.80600000000001</c:v>
                </c:pt>
                <c:pt idx="41">
                  <c:v>224.80600000000001</c:v>
                </c:pt>
                <c:pt idx="42">
                  <c:v>225.39500000000001</c:v>
                </c:pt>
                <c:pt idx="43">
                  <c:v>226.10599999999999</c:v>
                </c:pt>
                <c:pt idx="44">
                  <c:v>226.59700000000001</c:v>
                </c:pt>
                <c:pt idx="45">
                  <c:v>226.75</c:v>
                </c:pt>
                <c:pt idx="46">
                  <c:v>227.16900000000001</c:v>
                </c:pt>
                <c:pt idx="47">
                  <c:v>227.22300000000001</c:v>
                </c:pt>
                <c:pt idx="48">
                  <c:v>227.84200000000001</c:v>
                </c:pt>
                <c:pt idx="49">
                  <c:v>228.32900000000001</c:v>
                </c:pt>
                <c:pt idx="50">
                  <c:v>228.80699999999999</c:v>
                </c:pt>
                <c:pt idx="51">
                  <c:v>229.18700000000001</c:v>
                </c:pt>
                <c:pt idx="52">
                  <c:v>228.71299999999999</c:v>
                </c:pt>
                <c:pt idx="53">
                  <c:v>228.524</c:v>
                </c:pt>
                <c:pt idx="54">
                  <c:v>228.59</c:v>
                </c:pt>
                <c:pt idx="55">
                  <c:v>229.91800000000001</c:v>
                </c:pt>
                <c:pt idx="56">
                  <c:v>231.01499999999999</c:v>
                </c:pt>
                <c:pt idx="57">
                  <c:v>231.63800000000001</c:v>
                </c:pt>
                <c:pt idx="58">
                  <c:v>231.249</c:v>
                </c:pt>
                <c:pt idx="59">
                  <c:v>231.221</c:v>
                </c:pt>
                <c:pt idx="60">
                  <c:v>231.679</c:v>
                </c:pt>
                <c:pt idx="61">
                  <c:v>232.93700000000001</c:v>
                </c:pt>
                <c:pt idx="62">
                  <c:v>232.28200000000001</c:v>
                </c:pt>
                <c:pt idx="63">
                  <c:v>231.797</c:v>
                </c:pt>
                <c:pt idx="64">
                  <c:v>231.893</c:v>
                </c:pt>
                <c:pt idx="65">
                  <c:v>232.44499999999999</c:v>
                </c:pt>
                <c:pt idx="66">
                  <c:v>232.9</c:v>
                </c:pt>
                <c:pt idx="67">
                  <c:v>233.45599999999999</c:v>
                </c:pt>
                <c:pt idx="68">
                  <c:v>233.54400000000001</c:v>
                </c:pt>
                <c:pt idx="69">
                  <c:v>233.66900000000001</c:v>
                </c:pt>
                <c:pt idx="70">
                  <c:v>234.1</c:v>
                </c:pt>
                <c:pt idx="71">
                  <c:v>234.71899999999999</c:v>
                </c:pt>
                <c:pt idx="72">
                  <c:v>235.28800000000001</c:v>
                </c:pt>
                <c:pt idx="73">
                  <c:v>235.547</c:v>
                </c:pt>
                <c:pt idx="74">
                  <c:v>236.02799999999999</c:v>
                </c:pt>
                <c:pt idx="75">
                  <c:v>236.46799999999999</c:v>
                </c:pt>
                <c:pt idx="76">
                  <c:v>236.91800000000001</c:v>
                </c:pt>
                <c:pt idx="77">
                  <c:v>237.23099999999999</c:v>
                </c:pt>
                <c:pt idx="78">
                  <c:v>237.49799999999999</c:v>
                </c:pt>
                <c:pt idx="79">
                  <c:v>237.46</c:v>
                </c:pt>
                <c:pt idx="80">
                  <c:v>237.477</c:v>
                </c:pt>
                <c:pt idx="81">
                  <c:v>237.43</c:v>
                </c:pt>
                <c:pt idx="82">
                  <c:v>236.983</c:v>
                </c:pt>
                <c:pt idx="83">
                  <c:v>236.25200000000001</c:v>
                </c:pt>
                <c:pt idx="84">
                  <c:v>234.74700000000001</c:v>
                </c:pt>
                <c:pt idx="85">
                  <c:v>235.34200000000001</c:v>
                </c:pt>
                <c:pt idx="86">
                  <c:v>235.976</c:v>
                </c:pt>
                <c:pt idx="87">
                  <c:v>236.22200000000001</c:v>
                </c:pt>
                <c:pt idx="88">
                  <c:v>237.001</c:v>
                </c:pt>
                <c:pt idx="89">
                  <c:v>237.65700000000001</c:v>
                </c:pt>
                <c:pt idx="90">
                  <c:v>238.03399999999999</c:v>
                </c:pt>
                <c:pt idx="91">
                  <c:v>238.03299999999999</c:v>
                </c:pt>
                <c:pt idx="92">
                  <c:v>237.49799999999999</c:v>
                </c:pt>
                <c:pt idx="93">
                  <c:v>237.733</c:v>
                </c:pt>
                <c:pt idx="94">
                  <c:v>238.017</c:v>
                </c:pt>
                <c:pt idx="95">
                  <c:v>237.761</c:v>
                </c:pt>
                <c:pt idx="96">
                  <c:v>237.65199999999999</c:v>
                </c:pt>
                <c:pt idx="97">
                  <c:v>237.33600000000001</c:v>
                </c:pt>
                <c:pt idx="98">
                  <c:v>238.08</c:v>
                </c:pt>
                <c:pt idx="99">
                  <c:v>238.99199999999999</c:v>
                </c:pt>
                <c:pt idx="100">
                  <c:v>239.55699999999999</c:v>
                </c:pt>
                <c:pt idx="101">
                  <c:v>240.22200000000001</c:v>
                </c:pt>
                <c:pt idx="102">
                  <c:v>240.101</c:v>
                </c:pt>
                <c:pt idx="103">
                  <c:v>240.54499999999999</c:v>
                </c:pt>
                <c:pt idx="104">
                  <c:v>241.17599999999999</c:v>
                </c:pt>
                <c:pt idx="105">
                  <c:v>241.74100000000001</c:v>
                </c:pt>
                <c:pt idx="106">
                  <c:v>242.02600000000001</c:v>
                </c:pt>
                <c:pt idx="107">
                  <c:v>242.637</c:v>
                </c:pt>
                <c:pt idx="108">
                  <c:v>243.61799999999999</c:v>
                </c:pt>
                <c:pt idx="109">
                  <c:v>244.006</c:v>
                </c:pt>
                <c:pt idx="110">
                  <c:v>243.892</c:v>
                </c:pt>
                <c:pt idx="111">
                  <c:v>244.19300000000001</c:v>
                </c:pt>
                <c:pt idx="112">
                  <c:v>244.00399999999999</c:v>
                </c:pt>
                <c:pt idx="113">
                  <c:v>244.16300000000001</c:v>
                </c:pt>
                <c:pt idx="114">
                  <c:v>244.24299999999999</c:v>
                </c:pt>
                <c:pt idx="115">
                  <c:v>245.18299999999999</c:v>
                </c:pt>
                <c:pt idx="116">
                  <c:v>246.435</c:v>
                </c:pt>
                <c:pt idx="117">
                  <c:v>246.626</c:v>
                </c:pt>
                <c:pt idx="118">
                  <c:v>247.28399999999999</c:v>
                </c:pt>
                <c:pt idx="119">
                  <c:v>247.80500000000001</c:v>
                </c:pt>
                <c:pt idx="120">
                  <c:v>248.85900000000001</c:v>
                </c:pt>
                <c:pt idx="121">
                  <c:v>249.529</c:v>
                </c:pt>
                <c:pt idx="122">
                  <c:v>249.577</c:v>
                </c:pt>
                <c:pt idx="123">
                  <c:v>250.227</c:v>
                </c:pt>
                <c:pt idx="124">
                  <c:v>250.792</c:v>
                </c:pt>
                <c:pt idx="125">
                  <c:v>251.018</c:v>
                </c:pt>
                <c:pt idx="126">
                  <c:v>251.214</c:v>
                </c:pt>
                <c:pt idx="127">
                  <c:v>251.66300000000001</c:v>
                </c:pt>
                <c:pt idx="128">
                  <c:v>252.18199999999999</c:v>
                </c:pt>
                <c:pt idx="129">
                  <c:v>252.77199999999999</c:v>
                </c:pt>
                <c:pt idx="130">
                  <c:v>252.59399999999999</c:v>
                </c:pt>
                <c:pt idx="131">
                  <c:v>252.767</c:v>
                </c:pt>
                <c:pt idx="132">
                  <c:v>252.56100000000001</c:v>
                </c:pt>
                <c:pt idx="133">
                  <c:v>253.31899999999999</c:v>
                </c:pt>
                <c:pt idx="134">
                  <c:v>254.27699999999999</c:v>
                </c:pt>
                <c:pt idx="135">
                  <c:v>255.233</c:v>
                </c:pt>
                <c:pt idx="136">
                  <c:v>255.29599999999999</c:v>
                </c:pt>
                <c:pt idx="137">
                  <c:v>255.21299999999999</c:v>
                </c:pt>
                <c:pt idx="138">
                  <c:v>255.80199999999999</c:v>
                </c:pt>
                <c:pt idx="139">
                  <c:v>256.036</c:v>
                </c:pt>
                <c:pt idx="140">
                  <c:v>256.43</c:v>
                </c:pt>
                <c:pt idx="141">
                  <c:v>257.15499999999997</c:v>
                </c:pt>
                <c:pt idx="142">
                  <c:v>257.87900000000002</c:v>
                </c:pt>
                <c:pt idx="143">
                  <c:v>258.63</c:v>
                </c:pt>
                <c:pt idx="144">
                  <c:v>259.12700000000001</c:v>
                </c:pt>
                <c:pt idx="145">
                  <c:v>259.25</c:v>
                </c:pt>
                <c:pt idx="146">
                  <c:v>258.07600000000002</c:v>
                </c:pt>
                <c:pt idx="147">
                  <c:v>256.03199999999998</c:v>
                </c:pt>
                <c:pt idx="148">
                  <c:v>255.80199999999999</c:v>
                </c:pt>
                <c:pt idx="149">
                  <c:v>257.04199999999997</c:v>
                </c:pt>
                <c:pt idx="150">
                  <c:v>258.35199999999998</c:v>
                </c:pt>
                <c:pt idx="151">
                  <c:v>259.31599999999997</c:v>
                </c:pt>
                <c:pt idx="152">
                  <c:v>259.99700000000001</c:v>
                </c:pt>
                <c:pt idx="153">
                  <c:v>260.31900000000002</c:v>
                </c:pt>
                <c:pt idx="154">
                  <c:v>260.911</c:v>
                </c:pt>
                <c:pt idx="155">
                  <c:v>262.04500000000002</c:v>
                </c:pt>
                <c:pt idx="156">
                  <c:v>262.63900000000001</c:v>
                </c:pt>
                <c:pt idx="157">
                  <c:v>263.57299999999998</c:v>
                </c:pt>
                <c:pt idx="158">
                  <c:v>264.84699999999998</c:v>
                </c:pt>
                <c:pt idx="159">
                  <c:v>266.625</c:v>
                </c:pt>
                <c:pt idx="160">
                  <c:v>268.404</c:v>
                </c:pt>
                <c:pt idx="161">
                  <c:v>270.70999999999998</c:v>
                </c:pt>
                <c:pt idx="162">
                  <c:v>271.96499999999997</c:v>
                </c:pt>
                <c:pt idx="163">
                  <c:v>272.75200000000001</c:v>
                </c:pt>
                <c:pt idx="164">
                  <c:v>273.94200000000001</c:v>
                </c:pt>
                <c:pt idx="165">
                  <c:v>276.52800000000002</c:v>
                </c:pt>
                <c:pt idx="166">
                  <c:v>278.82400000000001</c:v>
                </c:pt>
                <c:pt idx="167">
                  <c:v>280.80599999999998</c:v>
                </c:pt>
                <c:pt idx="168">
                  <c:v>282.54199999999997</c:v>
                </c:pt>
                <c:pt idx="169">
                  <c:v>284.52499999999998</c:v>
                </c:pt>
                <c:pt idx="170">
                  <c:v>287.46699999999998</c:v>
                </c:pt>
                <c:pt idx="171">
                  <c:v>288.58199999999999</c:v>
                </c:pt>
                <c:pt idx="172">
                  <c:v>291.29899999999998</c:v>
                </c:pt>
                <c:pt idx="173">
                  <c:v>295.072</c:v>
                </c:pt>
                <c:pt idx="174">
                  <c:v>294.94</c:v>
                </c:pt>
                <c:pt idx="175">
                  <c:v>295.16199999999998</c:v>
                </c:pt>
                <c:pt idx="176">
                  <c:v>296.42099999999999</c:v>
                </c:pt>
                <c:pt idx="177">
                  <c:v>297.97899999999998</c:v>
                </c:pt>
                <c:pt idx="178">
                  <c:v>298.70800000000003</c:v>
                </c:pt>
                <c:pt idx="179">
                  <c:v>298.80799999999999</c:v>
                </c:pt>
                <c:pt idx="180">
                  <c:v>300.45600000000002</c:v>
                </c:pt>
                <c:pt idx="181">
                  <c:v>301.476</c:v>
                </c:pt>
                <c:pt idx="182">
                  <c:v>301.64299999999997</c:v>
                </c:pt>
                <c:pt idx="183">
                  <c:v>302.858</c:v>
                </c:pt>
                <c:pt idx="184">
                  <c:v>303.31599999999997</c:v>
                </c:pt>
                <c:pt idx="185">
                  <c:v>304.09899999999999</c:v>
                </c:pt>
                <c:pt idx="186">
                  <c:v>304.61500000000001</c:v>
                </c:pt>
                <c:pt idx="187">
                  <c:v>306.13799999999998</c:v>
                </c:pt>
                <c:pt idx="188">
                  <c:v>307.37400000000002</c:v>
                </c:pt>
                <c:pt idx="189">
                  <c:v>307.65300000000002</c:v>
                </c:pt>
                <c:pt idx="190">
                  <c:v>308.08699999999999</c:v>
                </c:pt>
                <c:pt idx="191">
                  <c:v>308.73500000000001</c:v>
                </c:pt>
                <c:pt idx="192">
                  <c:v>309.79399999999998</c:v>
                </c:pt>
                <c:pt idx="193">
                  <c:v>311.02199999999999</c:v>
                </c:pt>
                <c:pt idx="194">
                  <c:v>312.10700000000003</c:v>
                </c:pt>
                <c:pt idx="195">
                  <c:v>313.01600000000002</c:v>
                </c:pt>
                <c:pt idx="196">
                  <c:v>313.14</c:v>
                </c:pt>
                <c:pt idx="197">
                  <c:v>313.13099999999997</c:v>
                </c:pt>
                <c:pt idx="198">
                  <c:v>313.56599999999997</c:v>
                </c:pt>
                <c:pt idx="199">
                  <c:v>314.13099999999997</c:v>
                </c:pt>
                <c:pt idx="200">
                  <c:v>314.851</c:v>
                </c:pt>
                <c:pt idx="201">
                  <c:v>315.56400000000002</c:v>
                </c:pt>
                <c:pt idx="202">
                  <c:v>316.44900000000001</c:v>
                </c:pt>
                <c:pt idx="203">
                  <c:v>317.60300000000001</c:v>
                </c:pt>
                <c:pt idx="204">
                  <c:v>319.08600000000001</c:v>
                </c:pt>
                <c:pt idx="205">
                  <c:v>319.77499999999998</c:v>
                </c:pt>
                <c:pt idx="206">
                  <c:v>319.61500000000001</c:v>
                </c:pt>
                <c:pt idx="207">
                  <c:v>320.32100000000003</c:v>
                </c:pt>
                <c:pt idx="208">
                  <c:v>320.58</c:v>
                </c:pt>
                <c:pt idx="209">
                  <c:v>321.5</c:v>
                </c:pt>
                <c:pt idx="210">
                  <c:v>322.13200000000001</c:v>
                </c:pt>
                <c:pt idx="211">
                  <c:v>323.36399999999998</c:v>
                </c:pt>
                <c:pt idx="212">
                  <c:v>324.36799999999999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07-4FA6-89FB-A39F7F2F5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9692064"/>
        <c:axId val="202704539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Лист4!$A$3</c15:sqref>
                        </c15:formulaRef>
                      </c:ext>
                    </c:extLst>
                    <c:strCache>
                      <c:ptCount val="1"/>
                      <c:pt idx="0">
                        <c:v>Названия строк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Лист4!$B$2:$HG$2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2008</c:v>
                      </c:pt>
                      <c:pt idx="1">
                        <c:v>2008</c:v>
                      </c:pt>
                      <c:pt idx="2">
                        <c:v>2008</c:v>
                      </c:pt>
                      <c:pt idx="3">
                        <c:v>2008</c:v>
                      </c:pt>
                      <c:pt idx="4">
                        <c:v>2008</c:v>
                      </c:pt>
                      <c:pt idx="5">
                        <c:v>2008</c:v>
                      </c:pt>
                      <c:pt idx="6">
                        <c:v>2008</c:v>
                      </c:pt>
                      <c:pt idx="7">
                        <c:v>2008</c:v>
                      </c:pt>
                      <c:pt idx="8">
                        <c:v>2008</c:v>
                      </c:pt>
                      <c:pt idx="9">
                        <c:v>2008</c:v>
                      </c:pt>
                      <c:pt idx="10">
                        <c:v>2008</c:v>
                      </c:pt>
                      <c:pt idx="11">
                        <c:v>2008</c:v>
                      </c:pt>
                      <c:pt idx="12">
                        <c:v>2009</c:v>
                      </c:pt>
                      <c:pt idx="13">
                        <c:v>2009</c:v>
                      </c:pt>
                      <c:pt idx="14">
                        <c:v>2009</c:v>
                      </c:pt>
                      <c:pt idx="15">
                        <c:v>2009</c:v>
                      </c:pt>
                      <c:pt idx="16">
                        <c:v>2009</c:v>
                      </c:pt>
                      <c:pt idx="17">
                        <c:v>2009</c:v>
                      </c:pt>
                      <c:pt idx="18">
                        <c:v>2009</c:v>
                      </c:pt>
                      <c:pt idx="19">
                        <c:v>2009</c:v>
                      </c:pt>
                      <c:pt idx="20">
                        <c:v>2009</c:v>
                      </c:pt>
                      <c:pt idx="21">
                        <c:v>2009</c:v>
                      </c:pt>
                      <c:pt idx="22">
                        <c:v>2009</c:v>
                      </c:pt>
                      <c:pt idx="23">
                        <c:v>2009</c:v>
                      </c:pt>
                      <c:pt idx="24">
                        <c:v>2010</c:v>
                      </c:pt>
                      <c:pt idx="25">
                        <c:v>2010</c:v>
                      </c:pt>
                      <c:pt idx="26">
                        <c:v>2010</c:v>
                      </c:pt>
                      <c:pt idx="27">
                        <c:v>2010</c:v>
                      </c:pt>
                      <c:pt idx="28">
                        <c:v>2010</c:v>
                      </c:pt>
                      <c:pt idx="29">
                        <c:v>2010</c:v>
                      </c:pt>
                      <c:pt idx="30">
                        <c:v>2010</c:v>
                      </c:pt>
                      <c:pt idx="31">
                        <c:v>2010</c:v>
                      </c:pt>
                      <c:pt idx="32">
                        <c:v>2010</c:v>
                      </c:pt>
                      <c:pt idx="33">
                        <c:v>2010</c:v>
                      </c:pt>
                      <c:pt idx="34">
                        <c:v>2010</c:v>
                      </c:pt>
                      <c:pt idx="35">
                        <c:v>2010</c:v>
                      </c:pt>
                      <c:pt idx="36">
                        <c:v>2011</c:v>
                      </c:pt>
                      <c:pt idx="37">
                        <c:v>2011</c:v>
                      </c:pt>
                      <c:pt idx="38">
                        <c:v>2011</c:v>
                      </c:pt>
                      <c:pt idx="39">
                        <c:v>2011</c:v>
                      </c:pt>
                      <c:pt idx="40">
                        <c:v>2011</c:v>
                      </c:pt>
                      <c:pt idx="41">
                        <c:v>2011</c:v>
                      </c:pt>
                      <c:pt idx="42">
                        <c:v>2011</c:v>
                      </c:pt>
                      <c:pt idx="43">
                        <c:v>2011</c:v>
                      </c:pt>
                      <c:pt idx="44">
                        <c:v>2011</c:v>
                      </c:pt>
                      <c:pt idx="45">
                        <c:v>2011</c:v>
                      </c:pt>
                      <c:pt idx="46">
                        <c:v>2011</c:v>
                      </c:pt>
                      <c:pt idx="47">
                        <c:v>2011</c:v>
                      </c:pt>
                      <c:pt idx="48">
                        <c:v>2012</c:v>
                      </c:pt>
                      <c:pt idx="49">
                        <c:v>2012</c:v>
                      </c:pt>
                      <c:pt idx="50">
                        <c:v>2012</c:v>
                      </c:pt>
                      <c:pt idx="51">
                        <c:v>2012</c:v>
                      </c:pt>
                      <c:pt idx="52">
                        <c:v>2012</c:v>
                      </c:pt>
                      <c:pt idx="53">
                        <c:v>2012</c:v>
                      </c:pt>
                      <c:pt idx="54">
                        <c:v>2012</c:v>
                      </c:pt>
                      <c:pt idx="55">
                        <c:v>2012</c:v>
                      </c:pt>
                      <c:pt idx="56">
                        <c:v>2012</c:v>
                      </c:pt>
                      <c:pt idx="57">
                        <c:v>2012</c:v>
                      </c:pt>
                      <c:pt idx="58">
                        <c:v>2012</c:v>
                      </c:pt>
                      <c:pt idx="59">
                        <c:v>2012</c:v>
                      </c:pt>
                      <c:pt idx="60">
                        <c:v>2013</c:v>
                      </c:pt>
                      <c:pt idx="61">
                        <c:v>2013</c:v>
                      </c:pt>
                      <c:pt idx="62">
                        <c:v>2013</c:v>
                      </c:pt>
                      <c:pt idx="63">
                        <c:v>2013</c:v>
                      </c:pt>
                      <c:pt idx="64">
                        <c:v>2013</c:v>
                      </c:pt>
                      <c:pt idx="65">
                        <c:v>2013</c:v>
                      </c:pt>
                      <c:pt idx="66">
                        <c:v>2013</c:v>
                      </c:pt>
                      <c:pt idx="67">
                        <c:v>2013</c:v>
                      </c:pt>
                      <c:pt idx="68">
                        <c:v>2013</c:v>
                      </c:pt>
                      <c:pt idx="69">
                        <c:v>2013</c:v>
                      </c:pt>
                      <c:pt idx="70">
                        <c:v>2013</c:v>
                      </c:pt>
                      <c:pt idx="71">
                        <c:v>2013</c:v>
                      </c:pt>
                      <c:pt idx="72">
                        <c:v>2014</c:v>
                      </c:pt>
                      <c:pt idx="73">
                        <c:v>2014</c:v>
                      </c:pt>
                      <c:pt idx="74">
                        <c:v>2014</c:v>
                      </c:pt>
                      <c:pt idx="75">
                        <c:v>2014</c:v>
                      </c:pt>
                      <c:pt idx="76">
                        <c:v>2014</c:v>
                      </c:pt>
                      <c:pt idx="77">
                        <c:v>2014</c:v>
                      </c:pt>
                      <c:pt idx="78">
                        <c:v>2014</c:v>
                      </c:pt>
                      <c:pt idx="79">
                        <c:v>2014</c:v>
                      </c:pt>
                      <c:pt idx="80">
                        <c:v>2014</c:v>
                      </c:pt>
                      <c:pt idx="81">
                        <c:v>2014</c:v>
                      </c:pt>
                      <c:pt idx="82">
                        <c:v>2014</c:v>
                      </c:pt>
                      <c:pt idx="83">
                        <c:v>2014</c:v>
                      </c:pt>
                      <c:pt idx="84">
                        <c:v>2015</c:v>
                      </c:pt>
                      <c:pt idx="85">
                        <c:v>2015</c:v>
                      </c:pt>
                      <c:pt idx="86">
                        <c:v>2015</c:v>
                      </c:pt>
                      <c:pt idx="87">
                        <c:v>2015</c:v>
                      </c:pt>
                      <c:pt idx="88">
                        <c:v>2015</c:v>
                      </c:pt>
                      <c:pt idx="89">
                        <c:v>2015</c:v>
                      </c:pt>
                      <c:pt idx="90">
                        <c:v>2015</c:v>
                      </c:pt>
                      <c:pt idx="91">
                        <c:v>2015</c:v>
                      </c:pt>
                      <c:pt idx="92">
                        <c:v>2015</c:v>
                      </c:pt>
                      <c:pt idx="93">
                        <c:v>2015</c:v>
                      </c:pt>
                      <c:pt idx="94">
                        <c:v>2015</c:v>
                      </c:pt>
                      <c:pt idx="95">
                        <c:v>2015</c:v>
                      </c:pt>
                      <c:pt idx="96">
                        <c:v>2016</c:v>
                      </c:pt>
                      <c:pt idx="97">
                        <c:v>2016</c:v>
                      </c:pt>
                      <c:pt idx="98">
                        <c:v>2016</c:v>
                      </c:pt>
                      <c:pt idx="99">
                        <c:v>2016</c:v>
                      </c:pt>
                      <c:pt idx="100">
                        <c:v>2016</c:v>
                      </c:pt>
                      <c:pt idx="101">
                        <c:v>2016</c:v>
                      </c:pt>
                      <c:pt idx="102">
                        <c:v>2016</c:v>
                      </c:pt>
                      <c:pt idx="103">
                        <c:v>2016</c:v>
                      </c:pt>
                      <c:pt idx="104">
                        <c:v>2016</c:v>
                      </c:pt>
                      <c:pt idx="105">
                        <c:v>2016</c:v>
                      </c:pt>
                      <c:pt idx="106">
                        <c:v>2016</c:v>
                      </c:pt>
                      <c:pt idx="107">
                        <c:v>2016</c:v>
                      </c:pt>
                      <c:pt idx="108">
                        <c:v>2017</c:v>
                      </c:pt>
                      <c:pt idx="109">
                        <c:v>2017</c:v>
                      </c:pt>
                      <c:pt idx="110">
                        <c:v>2017</c:v>
                      </c:pt>
                      <c:pt idx="111">
                        <c:v>2017</c:v>
                      </c:pt>
                      <c:pt idx="112">
                        <c:v>2017</c:v>
                      </c:pt>
                      <c:pt idx="113">
                        <c:v>2017</c:v>
                      </c:pt>
                      <c:pt idx="114">
                        <c:v>2017</c:v>
                      </c:pt>
                      <c:pt idx="115">
                        <c:v>2017</c:v>
                      </c:pt>
                      <c:pt idx="116">
                        <c:v>2017</c:v>
                      </c:pt>
                      <c:pt idx="117">
                        <c:v>2017</c:v>
                      </c:pt>
                      <c:pt idx="118">
                        <c:v>2017</c:v>
                      </c:pt>
                      <c:pt idx="119">
                        <c:v>2017</c:v>
                      </c:pt>
                      <c:pt idx="120">
                        <c:v>2018</c:v>
                      </c:pt>
                      <c:pt idx="121">
                        <c:v>2018</c:v>
                      </c:pt>
                      <c:pt idx="122">
                        <c:v>2018</c:v>
                      </c:pt>
                      <c:pt idx="123">
                        <c:v>2018</c:v>
                      </c:pt>
                      <c:pt idx="124">
                        <c:v>2018</c:v>
                      </c:pt>
                      <c:pt idx="125">
                        <c:v>2018</c:v>
                      </c:pt>
                      <c:pt idx="126">
                        <c:v>2018</c:v>
                      </c:pt>
                      <c:pt idx="127">
                        <c:v>2018</c:v>
                      </c:pt>
                      <c:pt idx="128">
                        <c:v>2018</c:v>
                      </c:pt>
                      <c:pt idx="129">
                        <c:v>2018</c:v>
                      </c:pt>
                      <c:pt idx="130">
                        <c:v>2018</c:v>
                      </c:pt>
                      <c:pt idx="131">
                        <c:v>2018</c:v>
                      </c:pt>
                      <c:pt idx="132">
                        <c:v>2019</c:v>
                      </c:pt>
                      <c:pt idx="133">
                        <c:v>2019</c:v>
                      </c:pt>
                      <c:pt idx="134">
                        <c:v>2019</c:v>
                      </c:pt>
                      <c:pt idx="135">
                        <c:v>2019</c:v>
                      </c:pt>
                      <c:pt idx="136">
                        <c:v>2019</c:v>
                      </c:pt>
                      <c:pt idx="137">
                        <c:v>2019</c:v>
                      </c:pt>
                      <c:pt idx="138">
                        <c:v>2019</c:v>
                      </c:pt>
                      <c:pt idx="139">
                        <c:v>2019</c:v>
                      </c:pt>
                      <c:pt idx="140">
                        <c:v>2019</c:v>
                      </c:pt>
                      <c:pt idx="141">
                        <c:v>2019</c:v>
                      </c:pt>
                      <c:pt idx="142">
                        <c:v>2019</c:v>
                      </c:pt>
                      <c:pt idx="143">
                        <c:v>2019</c:v>
                      </c:pt>
                      <c:pt idx="144">
                        <c:v>2020</c:v>
                      </c:pt>
                      <c:pt idx="145">
                        <c:v>2020</c:v>
                      </c:pt>
                      <c:pt idx="146">
                        <c:v>2020</c:v>
                      </c:pt>
                      <c:pt idx="147">
                        <c:v>2020</c:v>
                      </c:pt>
                      <c:pt idx="148">
                        <c:v>2020</c:v>
                      </c:pt>
                      <c:pt idx="149">
                        <c:v>2020</c:v>
                      </c:pt>
                      <c:pt idx="150">
                        <c:v>2020</c:v>
                      </c:pt>
                      <c:pt idx="151">
                        <c:v>2020</c:v>
                      </c:pt>
                      <c:pt idx="152">
                        <c:v>2020</c:v>
                      </c:pt>
                      <c:pt idx="153">
                        <c:v>2020</c:v>
                      </c:pt>
                      <c:pt idx="154">
                        <c:v>2020</c:v>
                      </c:pt>
                      <c:pt idx="155">
                        <c:v>2020</c:v>
                      </c:pt>
                      <c:pt idx="156">
                        <c:v>2021</c:v>
                      </c:pt>
                      <c:pt idx="157">
                        <c:v>2021</c:v>
                      </c:pt>
                      <c:pt idx="158">
                        <c:v>2021</c:v>
                      </c:pt>
                      <c:pt idx="159">
                        <c:v>2021</c:v>
                      </c:pt>
                      <c:pt idx="160">
                        <c:v>2021</c:v>
                      </c:pt>
                      <c:pt idx="161">
                        <c:v>2021</c:v>
                      </c:pt>
                      <c:pt idx="162">
                        <c:v>2021</c:v>
                      </c:pt>
                      <c:pt idx="163">
                        <c:v>2021</c:v>
                      </c:pt>
                      <c:pt idx="164">
                        <c:v>2021</c:v>
                      </c:pt>
                      <c:pt idx="165">
                        <c:v>2021</c:v>
                      </c:pt>
                      <c:pt idx="166">
                        <c:v>2021</c:v>
                      </c:pt>
                      <c:pt idx="167">
                        <c:v>2021</c:v>
                      </c:pt>
                      <c:pt idx="168">
                        <c:v>2022</c:v>
                      </c:pt>
                      <c:pt idx="169">
                        <c:v>2022</c:v>
                      </c:pt>
                      <c:pt idx="170">
                        <c:v>2022</c:v>
                      </c:pt>
                      <c:pt idx="171">
                        <c:v>2022</c:v>
                      </c:pt>
                      <c:pt idx="172">
                        <c:v>2022</c:v>
                      </c:pt>
                      <c:pt idx="173">
                        <c:v>2022</c:v>
                      </c:pt>
                      <c:pt idx="174">
                        <c:v>2022</c:v>
                      </c:pt>
                      <c:pt idx="175">
                        <c:v>2022</c:v>
                      </c:pt>
                      <c:pt idx="176">
                        <c:v>2022</c:v>
                      </c:pt>
                      <c:pt idx="177">
                        <c:v>2022</c:v>
                      </c:pt>
                      <c:pt idx="178">
                        <c:v>2022</c:v>
                      </c:pt>
                      <c:pt idx="179">
                        <c:v>2022</c:v>
                      </c:pt>
                      <c:pt idx="180">
                        <c:v>2023</c:v>
                      </c:pt>
                      <c:pt idx="181">
                        <c:v>2023</c:v>
                      </c:pt>
                      <c:pt idx="182">
                        <c:v>2023</c:v>
                      </c:pt>
                      <c:pt idx="183">
                        <c:v>2023</c:v>
                      </c:pt>
                      <c:pt idx="184">
                        <c:v>2023</c:v>
                      </c:pt>
                      <c:pt idx="185">
                        <c:v>2023</c:v>
                      </c:pt>
                      <c:pt idx="186">
                        <c:v>2023</c:v>
                      </c:pt>
                      <c:pt idx="187">
                        <c:v>2023</c:v>
                      </c:pt>
                      <c:pt idx="188">
                        <c:v>2023</c:v>
                      </c:pt>
                      <c:pt idx="189">
                        <c:v>2023</c:v>
                      </c:pt>
                      <c:pt idx="190">
                        <c:v>2023</c:v>
                      </c:pt>
                      <c:pt idx="191">
                        <c:v>2023</c:v>
                      </c:pt>
                      <c:pt idx="192">
                        <c:v>2024</c:v>
                      </c:pt>
                      <c:pt idx="193">
                        <c:v>2024</c:v>
                      </c:pt>
                      <c:pt idx="194">
                        <c:v>2024</c:v>
                      </c:pt>
                      <c:pt idx="195">
                        <c:v>2024</c:v>
                      </c:pt>
                      <c:pt idx="196">
                        <c:v>2024</c:v>
                      </c:pt>
                      <c:pt idx="197">
                        <c:v>2024</c:v>
                      </c:pt>
                      <c:pt idx="198">
                        <c:v>2024</c:v>
                      </c:pt>
                      <c:pt idx="199">
                        <c:v>2024</c:v>
                      </c:pt>
                      <c:pt idx="200">
                        <c:v>2024</c:v>
                      </c:pt>
                      <c:pt idx="201">
                        <c:v>2024</c:v>
                      </c:pt>
                      <c:pt idx="202">
                        <c:v>2024</c:v>
                      </c:pt>
                      <c:pt idx="203">
                        <c:v>2024</c:v>
                      </c:pt>
                      <c:pt idx="204">
                        <c:v>2025</c:v>
                      </c:pt>
                      <c:pt idx="205">
                        <c:v>2025</c:v>
                      </c:pt>
                      <c:pt idx="206">
                        <c:v>2025</c:v>
                      </c:pt>
                      <c:pt idx="207">
                        <c:v>2025</c:v>
                      </c:pt>
                      <c:pt idx="208">
                        <c:v>2025</c:v>
                      </c:pt>
                      <c:pt idx="209">
                        <c:v>2025</c:v>
                      </c:pt>
                      <c:pt idx="210">
                        <c:v>2025</c:v>
                      </c:pt>
                      <c:pt idx="211">
                        <c:v>2025</c:v>
                      </c:pt>
                      <c:pt idx="212">
                        <c:v>2025</c:v>
                      </c:pt>
                      <c:pt idx="213">
                        <c:v>2025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Лист4!$B$3:$HG$3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</c:v>
                      </c:pt>
                      <c:pt idx="13">
                        <c:v>2</c:v>
                      </c:pt>
                      <c:pt idx="14">
                        <c:v>3</c:v>
                      </c:pt>
                      <c:pt idx="15">
                        <c:v>4</c:v>
                      </c:pt>
                      <c:pt idx="16">
                        <c:v>5</c:v>
                      </c:pt>
                      <c:pt idx="17">
                        <c:v>6</c:v>
                      </c:pt>
                      <c:pt idx="18">
                        <c:v>7</c:v>
                      </c:pt>
                      <c:pt idx="19">
                        <c:v>8</c:v>
                      </c:pt>
                      <c:pt idx="20">
                        <c:v>9</c:v>
                      </c:pt>
                      <c:pt idx="21">
                        <c:v>10</c:v>
                      </c:pt>
                      <c:pt idx="22">
                        <c:v>11</c:v>
                      </c:pt>
                      <c:pt idx="23">
                        <c:v>12</c:v>
                      </c:pt>
                      <c:pt idx="24">
                        <c:v>1</c:v>
                      </c:pt>
                      <c:pt idx="25">
                        <c:v>2</c:v>
                      </c:pt>
                      <c:pt idx="26">
                        <c:v>3</c:v>
                      </c:pt>
                      <c:pt idx="27">
                        <c:v>4</c:v>
                      </c:pt>
                      <c:pt idx="28">
                        <c:v>5</c:v>
                      </c:pt>
                      <c:pt idx="29">
                        <c:v>6</c:v>
                      </c:pt>
                      <c:pt idx="30">
                        <c:v>7</c:v>
                      </c:pt>
                      <c:pt idx="31">
                        <c:v>8</c:v>
                      </c:pt>
                      <c:pt idx="32">
                        <c:v>9</c:v>
                      </c:pt>
                      <c:pt idx="33">
                        <c:v>10</c:v>
                      </c:pt>
                      <c:pt idx="34">
                        <c:v>11</c:v>
                      </c:pt>
                      <c:pt idx="35">
                        <c:v>12</c:v>
                      </c:pt>
                      <c:pt idx="36">
                        <c:v>1</c:v>
                      </c:pt>
                      <c:pt idx="37">
                        <c:v>2</c:v>
                      </c:pt>
                      <c:pt idx="38">
                        <c:v>3</c:v>
                      </c:pt>
                      <c:pt idx="39">
                        <c:v>4</c:v>
                      </c:pt>
                      <c:pt idx="40">
                        <c:v>5</c:v>
                      </c:pt>
                      <c:pt idx="41">
                        <c:v>6</c:v>
                      </c:pt>
                      <c:pt idx="42">
                        <c:v>7</c:v>
                      </c:pt>
                      <c:pt idx="43">
                        <c:v>8</c:v>
                      </c:pt>
                      <c:pt idx="44">
                        <c:v>9</c:v>
                      </c:pt>
                      <c:pt idx="45">
                        <c:v>10</c:v>
                      </c:pt>
                      <c:pt idx="46">
                        <c:v>11</c:v>
                      </c:pt>
                      <c:pt idx="47">
                        <c:v>12</c:v>
                      </c:pt>
                      <c:pt idx="48">
                        <c:v>1</c:v>
                      </c:pt>
                      <c:pt idx="49">
                        <c:v>2</c:v>
                      </c:pt>
                      <c:pt idx="50">
                        <c:v>3</c:v>
                      </c:pt>
                      <c:pt idx="51">
                        <c:v>4</c:v>
                      </c:pt>
                      <c:pt idx="52">
                        <c:v>5</c:v>
                      </c:pt>
                      <c:pt idx="53">
                        <c:v>6</c:v>
                      </c:pt>
                      <c:pt idx="54">
                        <c:v>7</c:v>
                      </c:pt>
                      <c:pt idx="55">
                        <c:v>8</c:v>
                      </c:pt>
                      <c:pt idx="56">
                        <c:v>9</c:v>
                      </c:pt>
                      <c:pt idx="57">
                        <c:v>10</c:v>
                      </c:pt>
                      <c:pt idx="58">
                        <c:v>11</c:v>
                      </c:pt>
                      <c:pt idx="59">
                        <c:v>12</c:v>
                      </c:pt>
                      <c:pt idx="60">
                        <c:v>1</c:v>
                      </c:pt>
                      <c:pt idx="61">
                        <c:v>2</c:v>
                      </c:pt>
                      <c:pt idx="62">
                        <c:v>3</c:v>
                      </c:pt>
                      <c:pt idx="63">
                        <c:v>4</c:v>
                      </c:pt>
                      <c:pt idx="64">
                        <c:v>5</c:v>
                      </c:pt>
                      <c:pt idx="65">
                        <c:v>6</c:v>
                      </c:pt>
                      <c:pt idx="66">
                        <c:v>7</c:v>
                      </c:pt>
                      <c:pt idx="67">
                        <c:v>8</c:v>
                      </c:pt>
                      <c:pt idx="68">
                        <c:v>9</c:v>
                      </c:pt>
                      <c:pt idx="69">
                        <c:v>10</c:v>
                      </c:pt>
                      <c:pt idx="70">
                        <c:v>11</c:v>
                      </c:pt>
                      <c:pt idx="71">
                        <c:v>12</c:v>
                      </c:pt>
                      <c:pt idx="72">
                        <c:v>1</c:v>
                      </c:pt>
                      <c:pt idx="73">
                        <c:v>2</c:v>
                      </c:pt>
                      <c:pt idx="74">
                        <c:v>3</c:v>
                      </c:pt>
                      <c:pt idx="75">
                        <c:v>4</c:v>
                      </c:pt>
                      <c:pt idx="76">
                        <c:v>5</c:v>
                      </c:pt>
                      <c:pt idx="77">
                        <c:v>6</c:v>
                      </c:pt>
                      <c:pt idx="78">
                        <c:v>7</c:v>
                      </c:pt>
                      <c:pt idx="79">
                        <c:v>8</c:v>
                      </c:pt>
                      <c:pt idx="80">
                        <c:v>9</c:v>
                      </c:pt>
                      <c:pt idx="81">
                        <c:v>10</c:v>
                      </c:pt>
                      <c:pt idx="82">
                        <c:v>11</c:v>
                      </c:pt>
                      <c:pt idx="83">
                        <c:v>12</c:v>
                      </c:pt>
                      <c:pt idx="84">
                        <c:v>1</c:v>
                      </c:pt>
                      <c:pt idx="85">
                        <c:v>2</c:v>
                      </c:pt>
                      <c:pt idx="86">
                        <c:v>3</c:v>
                      </c:pt>
                      <c:pt idx="87">
                        <c:v>4</c:v>
                      </c:pt>
                      <c:pt idx="88">
                        <c:v>5</c:v>
                      </c:pt>
                      <c:pt idx="89">
                        <c:v>6</c:v>
                      </c:pt>
                      <c:pt idx="90">
                        <c:v>7</c:v>
                      </c:pt>
                      <c:pt idx="91">
                        <c:v>8</c:v>
                      </c:pt>
                      <c:pt idx="92">
                        <c:v>9</c:v>
                      </c:pt>
                      <c:pt idx="93">
                        <c:v>10</c:v>
                      </c:pt>
                      <c:pt idx="94">
                        <c:v>11</c:v>
                      </c:pt>
                      <c:pt idx="95">
                        <c:v>12</c:v>
                      </c:pt>
                      <c:pt idx="96">
                        <c:v>1</c:v>
                      </c:pt>
                      <c:pt idx="97">
                        <c:v>2</c:v>
                      </c:pt>
                      <c:pt idx="98">
                        <c:v>3</c:v>
                      </c:pt>
                      <c:pt idx="99">
                        <c:v>4</c:v>
                      </c:pt>
                      <c:pt idx="100">
                        <c:v>5</c:v>
                      </c:pt>
                      <c:pt idx="101">
                        <c:v>6</c:v>
                      </c:pt>
                      <c:pt idx="102">
                        <c:v>7</c:v>
                      </c:pt>
                      <c:pt idx="103">
                        <c:v>8</c:v>
                      </c:pt>
                      <c:pt idx="104">
                        <c:v>9</c:v>
                      </c:pt>
                      <c:pt idx="105">
                        <c:v>10</c:v>
                      </c:pt>
                      <c:pt idx="106">
                        <c:v>11</c:v>
                      </c:pt>
                      <c:pt idx="107">
                        <c:v>12</c:v>
                      </c:pt>
                      <c:pt idx="108">
                        <c:v>1</c:v>
                      </c:pt>
                      <c:pt idx="109">
                        <c:v>2</c:v>
                      </c:pt>
                      <c:pt idx="110">
                        <c:v>3</c:v>
                      </c:pt>
                      <c:pt idx="111">
                        <c:v>4</c:v>
                      </c:pt>
                      <c:pt idx="112">
                        <c:v>5</c:v>
                      </c:pt>
                      <c:pt idx="113">
                        <c:v>6</c:v>
                      </c:pt>
                      <c:pt idx="114">
                        <c:v>7</c:v>
                      </c:pt>
                      <c:pt idx="115">
                        <c:v>8</c:v>
                      </c:pt>
                      <c:pt idx="116">
                        <c:v>9</c:v>
                      </c:pt>
                      <c:pt idx="117">
                        <c:v>10</c:v>
                      </c:pt>
                      <c:pt idx="118">
                        <c:v>11</c:v>
                      </c:pt>
                      <c:pt idx="119">
                        <c:v>12</c:v>
                      </c:pt>
                      <c:pt idx="120">
                        <c:v>1</c:v>
                      </c:pt>
                      <c:pt idx="121">
                        <c:v>2</c:v>
                      </c:pt>
                      <c:pt idx="122">
                        <c:v>3</c:v>
                      </c:pt>
                      <c:pt idx="123">
                        <c:v>4</c:v>
                      </c:pt>
                      <c:pt idx="124">
                        <c:v>5</c:v>
                      </c:pt>
                      <c:pt idx="125">
                        <c:v>6</c:v>
                      </c:pt>
                      <c:pt idx="126">
                        <c:v>7</c:v>
                      </c:pt>
                      <c:pt idx="127">
                        <c:v>8</c:v>
                      </c:pt>
                      <c:pt idx="128">
                        <c:v>9</c:v>
                      </c:pt>
                      <c:pt idx="129">
                        <c:v>10</c:v>
                      </c:pt>
                      <c:pt idx="130">
                        <c:v>11</c:v>
                      </c:pt>
                      <c:pt idx="131">
                        <c:v>12</c:v>
                      </c:pt>
                      <c:pt idx="132">
                        <c:v>1</c:v>
                      </c:pt>
                      <c:pt idx="133">
                        <c:v>2</c:v>
                      </c:pt>
                      <c:pt idx="134">
                        <c:v>3</c:v>
                      </c:pt>
                      <c:pt idx="135">
                        <c:v>4</c:v>
                      </c:pt>
                      <c:pt idx="136">
                        <c:v>5</c:v>
                      </c:pt>
                      <c:pt idx="137">
                        <c:v>6</c:v>
                      </c:pt>
                      <c:pt idx="138">
                        <c:v>7</c:v>
                      </c:pt>
                      <c:pt idx="139">
                        <c:v>8</c:v>
                      </c:pt>
                      <c:pt idx="140">
                        <c:v>9</c:v>
                      </c:pt>
                      <c:pt idx="141">
                        <c:v>10</c:v>
                      </c:pt>
                      <c:pt idx="142">
                        <c:v>11</c:v>
                      </c:pt>
                      <c:pt idx="143">
                        <c:v>12</c:v>
                      </c:pt>
                      <c:pt idx="144">
                        <c:v>1</c:v>
                      </c:pt>
                      <c:pt idx="145">
                        <c:v>2</c:v>
                      </c:pt>
                      <c:pt idx="146">
                        <c:v>3</c:v>
                      </c:pt>
                      <c:pt idx="147">
                        <c:v>4</c:v>
                      </c:pt>
                      <c:pt idx="148">
                        <c:v>5</c:v>
                      </c:pt>
                      <c:pt idx="149">
                        <c:v>6</c:v>
                      </c:pt>
                      <c:pt idx="150">
                        <c:v>7</c:v>
                      </c:pt>
                      <c:pt idx="151">
                        <c:v>8</c:v>
                      </c:pt>
                      <c:pt idx="152">
                        <c:v>9</c:v>
                      </c:pt>
                      <c:pt idx="153">
                        <c:v>10</c:v>
                      </c:pt>
                      <c:pt idx="154">
                        <c:v>11</c:v>
                      </c:pt>
                      <c:pt idx="155">
                        <c:v>12</c:v>
                      </c:pt>
                      <c:pt idx="156">
                        <c:v>1</c:v>
                      </c:pt>
                      <c:pt idx="157">
                        <c:v>2</c:v>
                      </c:pt>
                      <c:pt idx="158">
                        <c:v>3</c:v>
                      </c:pt>
                      <c:pt idx="159">
                        <c:v>4</c:v>
                      </c:pt>
                      <c:pt idx="160">
                        <c:v>5</c:v>
                      </c:pt>
                      <c:pt idx="161">
                        <c:v>6</c:v>
                      </c:pt>
                      <c:pt idx="162">
                        <c:v>7</c:v>
                      </c:pt>
                      <c:pt idx="163">
                        <c:v>8</c:v>
                      </c:pt>
                      <c:pt idx="164">
                        <c:v>9</c:v>
                      </c:pt>
                      <c:pt idx="165">
                        <c:v>10</c:v>
                      </c:pt>
                      <c:pt idx="166">
                        <c:v>11</c:v>
                      </c:pt>
                      <c:pt idx="167">
                        <c:v>12</c:v>
                      </c:pt>
                      <c:pt idx="168">
                        <c:v>1</c:v>
                      </c:pt>
                      <c:pt idx="169">
                        <c:v>2</c:v>
                      </c:pt>
                      <c:pt idx="170">
                        <c:v>3</c:v>
                      </c:pt>
                      <c:pt idx="171">
                        <c:v>4</c:v>
                      </c:pt>
                      <c:pt idx="172">
                        <c:v>5</c:v>
                      </c:pt>
                      <c:pt idx="173">
                        <c:v>6</c:v>
                      </c:pt>
                      <c:pt idx="174">
                        <c:v>7</c:v>
                      </c:pt>
                      <c:pt idx="175">
                        <c:v>8</c:v>
                      </c:pt>
                      <c:pt idx="176">
                        <c:v>9</c:v>
                      </c:pt>
                      <c:pt idx="177">
                        <c:v>10</c:v>
                      </c:pt>
                      <c:pt idx="178">
                        <c:v>11</c:v>
                      </c:pt>
                      <c:pt idx="179">
                        <c:v>12</c:v>
                      </c:pt>
                      <c:pt idx="180">
                        <c:v>1</c:v>
                      </c:pt>
                      <c:pt idx="181">
                        <c:v>2</c:v>
                      </c:pt>
                      <c:pt idx="182">
                        <c:v>3</c:v>
                      </c:pt>
                      <c:pt idx="183">
                        <c:v>4</c:v>
                      </c:pt>
                      <c:pt idx="184">
                        <c:v>5</c:v>
                      </c:pt>
                      <c:pt idx="185">
                        <c:v>6</c:v>
                      </c:pt>
                      <c:pt idx="186">
                        <c:v>7</c:v>
                      </c:pt>
                      <c:pt idx="187">
                        <c:v>8</c:v>
                      </c:pt>
                      <c:pt idx="188">
                        <c:v>9</c:v>
                      </c:pt>
                      <c:pt idx="189">
                        <c:v>10</c:v>
                      </c:pt>
                      <c:pt idx="190">
                        <c:v>11</c:v>
                      </c:pt>
                      <c:pt idx="191">
                        <c:v>12</c:v>
                      </c:pt>
                      <c:pt idx="192">
                        <c:v>1</c:v>
                      </c:pt>
                      <c:pt idx="193">
                        <c:v>2</c:v>
                      </c:pt>
                      <c:pt idx="194">
                        <c:v>3</c:v>
                      </c:pt>
                      <c:pt idx="195">
                        <c:v>4</c:v>
                      </c:pt>
                      <c:pt idx="196">
                        <c:v>5</c:v>
                      </c:pt>
                      <c:pt idx="197">
                        <c:v>6</c:v>
                      </c:pt>
                      <c:pt idx="198">
                        <c:v>7</c:v>
                      </c:pt>
                      <c:pt idx="199">
                        <c:v>8</c:v>
                      </c:pt>
                      <c:pt idx="200">
                        <c:v>9</c:v>
                      </c:pt>
                      <c:pt idx="201">
                        <c:v>10</c:v>
                      </c:pt>
                      <c:pt idx="202">
                        <c:v>11</c:v>
                      </c:pt>
                      <c:pt idx="203">
                        <c:v>12</c:v>
                      </c:pt>
                      <c:pt idx="204">
                        <c:v>1</c:v>
                      </c:pt>
                      <c:pt idx="205">
                        <c:v>2</c:v>
                      </c:pt>
                      <c:pt idx="206">
                        <c:v>3</c:v>
                      </c:pt>
                      <c:pt idx="207">
                        <c:v>4</c:v>
                      </c:pt>
                      <c:pt idx="208">
                        <c:v>5</c:v>
                      </c:pt>
                      <c:pt idx="209">
                        <c:v>6</c:v>
                      </c:pt>
                      <c:pt idx="210">
                        <c:v>7</c:v>
                      </c:pt>
                      <c:pt idx="211">
                        <c:v>8</c:v>
                      </c:pt>
                      <c:pt idx="212">
                        <c:v>9</c:v>
                      </c:pt>
                      <c:pt idx="213">
                        <c:v>10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FF07-4FA6-89FB-A39F7F2F58A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Лист4!$A$7</c15:sqref>
                        </c15:formulaRef>
                      </c:ext>
                    </c:extLst>
                    <c:strCache>
                      <c:ptCount val="1"/>
                      <c:pt idx="0">
                        <c:v>M2 Money Stock (SA, $bn)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Лист4!$B$2:$HG$2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2008</c:v>
                      </c:pt>
                      <c:pt idx="1">
                        <c:v>2008</c:v>
                      </c:pt>
                      <c:pt idx="2">
                        <c:v>2008</c:v>
                      </c:pt>
                      <c:pt idx="3">
                        <c:v>2008</c:v>
                      </c:pt>
                      <c:pt idx="4">
                        <c:v>2008</c:v>
                      </c:pt>
                      <c:pt idx="5">
                        <c:v>2008</c:v>
                      </c:pt>
                      <c:pt idx="6">
                        <c:v>2008</c:v>
                      </c:pt>
                      <c:pt idx="7">
                        <c:v>2008</c:v>
                      </c:pt>
                      <c:pt idx="8">
                        <c:v>2008</c:v>
                      </c:pt>
                      <c:pt idx="9">
                        <c:v>2008</c:v>
                      </c:pt>
                      <c:pt idx="10">
                        <c:v>2008</c:v>
                      </c:pt>
                      <c:pt idx="11">
                        <c:v>2008</c:v>
                      </c:pt>
                      <c:pt idx="12">
                        <c:v>2009</c:v>
                      </c:pt>
                      <c:pt idx="13">
                        <c:v>2009</c:v>
                      </c:pt>
                      <c:pt idx="14">
                        <c:v>2009</c:v>
                      </c:pt>
                      <c:pt idx="15">
                        <c:v>2009</c:v>
                      </c:pt>
                      <c:pt idx="16">
                        <c:v>2009</c:v>
                      </c:pt>
                      <c:pt idx="17">
                        <c:v>2009</c:v>
                      </c:pt>
                      <c:pt idx="18">
                        <c:v>2009</c:v>
                      </c:pt>
                      <c:pt idx="19">
                        <c:v>2009</c:v>
                      </c:pt>
                      <c:pt idx="20">
                        <c:v>2009</c:v>
                      </c:pt>
                      <c:pt idx="21">
                        <c:v>2009</c:v>
                      </c:pt>
                      <c:pt idx="22">
                        <c:v>2009</c:v>
                      </c:pt>
                      <c:pt idx="23">
                        <c:v>2009</c:v>
                      </c:pt>
                      <c:pt idx="24">
                        <c:v>2010</c:v>
                      </c:pt>
                      <c:pt idx="25">
                        <c:v>2010</c:v>
                      </c:pt>
                      <c:pt idx="26">
                        <c:v>2010</c:v>
                      </c:pt>
                      <c:pt idx="27">
                        <c:v>2010</c:v>
                      </c:pt>
                      <c:pt idx="28">
                        <c:v>2010</c:v>
                      </c:pt>
                      <c:pt idx="29">
                        <c:v>2010</c:v>
                      </c:pt>
                      <c:pt idx="30">
                        <c:v>2010</c:v>
                      </c:pt>
                      <c:pt idx="31">
                        <c:v>2010</c:v>
                      </c:pt>
                      <c:pt idx="32">
                        <c:v>2010</c:v>
                      </c:pt>
                      <c:pt idx="33">
                        <c:v>2010</c:v>
                      </c:pt>
                      <c:pt idx="34">
                        <c:v>2010</c:v>
                      </c:pt>
                      <c:pt idx="35">
                        <c:v>2010</c:v>
                      </c:pt>
                      <c:pt idx="36">
                        <c:v>2011</c:v>
                      </c:pt>
                      <c:pt idx="37">
                        <c:v>2011</c:v>
                      </c:pt>
                      <c:pt idx="38">
                        <c:v>2011</c:v>
                      </c:pt>
                      <c:pt idx="39">
                        <c:v>2011</c:v>
                      </c:pt>
                      <c:pt idx="40">
                        <c:v>2011</c:v>
                      </c:pt>
                      <c:pt idx="41">
                        <c:v>2011</c:v>
                      </c:pt>
                      <c:pt idx="42">
                        <c:v>2011</c:v>
                      </c:pt>
                      <c:pt idx="43">
                        <c:v>2011</c:v>
                      </c:pt>
                      <c:pt idx="44">
                        <c:v>2011</c:v>
                      </c:pt>
                      <c:pt idx="45">
                        <c:v>2011</c:v>
                      </c:pt>
                      <c:pt idx="46">
                        <c:v>2011</c:v>
                      </c:pt>
                      <c:pt idx="47">
                        <c:v>2011</c:v>
                      </c:pt>
                      <c:pt idx="48">
                        <c:v>2012</c:v>
                      </c:pt>
                      <c:pt idx="49">
                        <c:v>2012</c:v>
                      </c:pt>
                      <c:pt idx="50">
                        <c:v>2012</c:v>
                      </c:pt>
                      <c:pt idx="51">
                        <c:v>2012</c:v>
                      </c:pt>
                      <c:pt idx="52">
                        <c:v>2012</c:v>
                      </c:pt>
                      <c:pt idx="53">
                        <c:v>2012</c:v>
                      </c:pt>
                      <c:pt idx="54">
                        <c:v>2012</c:v>
                      </c:pt>
                      <c:pt idx="55">
                        <c:v>2012</c:v>
                      </c:pt>
                      <c:pt idx="56">
                        <c:v>2012</c:v>
                      </c:pt>
                      <c:pt idx="57">
                        <c:v>2012</c:v>
                      </c:pt>
                      <c:pt idx="58">
                        <c:v>2012</c:v>
                      </c:pt>
                      <c:pt idx="59">
                        <c:v>2012</c:v>
                      </c:pt>
                      <c:pt idx="60">
                        <c:v>2013</c:v>
                      </c:pt>
                      <c:pt idx="61">
                        <c:v>2013</c:v>
                      </c:pt>
                      <c:pt idx="62">
                        <c:v>2013</c:v>
                      </c:pt>
                      <c:pt idx="63">
                        <c:v>2013</c:v>
                      </c:pt>
                      <c:pt idx="64">
                        <c:v>2013</c:v>
                      </c:pt>
                      <c:pt idx="65">
                        <c:v>2013</c:v>
                      </c:pt>
                      <c:pt idx="66">
                        <c:v>2013</c:v>
                      </c:pt>
                      <c:pt idx="67">
                        <c:v>2013</c:v>
                      </c:pt>
                      <c:pt idx="68">
                        <c:v>2013</c:v>
                      </c:pt>
                      <c:pt idx="69">
                        <c:v>2013</c:v>
                      </c:pt>
                      <c:pt idx="70">
                        <c:v>2013</c:v>
                      </c:pt>
                      <c:pt idx="71">
                        <c:v>2013</c:v>
                      </c:pt>
                      <c:pt idx="72">
                        <c:v>2014</c:v>
                      </c:pt>
                      <c:pt idx="73">
                        <c:v>2014</c:v>
                      </c:pt>
                      <c:pt idx="74">
                        <c:v>2014</c:v>
                      </c:pt>
                      <c:pt idx="75">
                        <c:v>2014</c:v>
                      </c:pt>
                      <c:pt idx="76">
                        <c:v>2014</c:v>
                      </c:pt>
                      <c:pt idx="77">
                        <c:v>2014</c:v>
                      </c:pt>
                      <c:pt idx="78">
                        <c:v>2014</c:v>
                      </c:pt>
                      <c:pt idx="79">
                        <c:v>2014</c:v>
                      </c:pt>
                      <c:pt idx="80">
                        <c:v>2014</c:v>
                      </c:pt>
                      <c:pt idx="81">
                        <c:v>2014</c:v>
                      </c:pt>
                      <c:pt idx="82">
                        <c:v>2014</c:v>
                      </c:pt>
                      <c:pt idx="83">
                        <c:v>2014</c:v>
                      </c:pt>
                      <c:pt idx="84">
                        <c:v>2015</c:v>
                      </c:pt>
                      <c:pt idx="85">
                        <c:v>2015</c:v>
                      </c:pt>
                      <c:pt idx="86">
                        <c:v>2015</c:v>
                      </c:pt>
                      <c:pt idx="87">
                        <c:v>2015</c:v>
                      </c:pt>
                      <c:pt idx="88">
                        <c:v>2015</c:v>
                      </c:pt>
                      <c:pt idx="89">
                        <c:v>2015</c:v>
                      </c:pt>
                      <c:pt idx="90">
                        <c:v>2015</c:v>
                      </c:pt>
                      <c:pt idx="91">
                        <c:v>2015</c:v>
                      </c:pt>
                      <c:pt idx="92">
                        <c:v>2015</c:v>
                      </c:pt>
                      <c:pt idx="93">
                        <c:v>2015</c:v>
                      </c:pt>
                      <c:pt idx="94">
                        <c:v>2015</c:v>
                      </c:pt>
                      <c:pt idx="95">
                        <c:v>2015</c:v>
                      </c:pt>
                      <c:pt idx="96">
                        <c:v>2016</c:v>
                      </c:pt>
                      <c:pt idx="97">
                        <c:v>2016</c:v>
                      </c:pt>
                      <c:pt idx="98">
                        <c:v>2016</c:v>
                      </c:pt>
                      <c:pt idx="99">
                        <c:v>2016</c:v>
                      </c:pt>
                      <c:pt idx="100">
                        <c:v>2016</c:v>
                      </c:pt>
                      <c:pt idx="101">
                        <c:v>2016</c:v>
                      </c:pt>
                      <c:pt idx="102">
                        <c:v>2016</c:v>
                      </c:pt>
                      <c:pt idx="103">
                        <c:v>2016</c:v>
                      </c:pt>
                      <c:pt idx="104">
                        <c:v>2016</c:v>
                      </c:pt>
                      <c:pt idx="105">
                        <c:v>2016</c:v>
                      </c:pt>
                      <c:pt idx="106">
                        <c:v>2016</c:v>
                      </c:pt>
                      <c:pt idx="107">
                        <c:v>2016</c:v>
                      </c:pt>
                      <c:pt idx="108">
                        <c:v>2017</c:v>
                      </c:pt>
                      <c:pt idx="109">
                        <c:v>2017</c:v>
                      </c:pt>
                      <c:pt idx="110">
                        <c:v>2017</c:v>
                      </c:pt>
                      <c:pt idx="111">
                        <c:v>2017</c:v>
                      </c:pt>
                      <c:pt idx="112">
                        <c:v>2017</c:v>
                      </c:pt>
                      <c:pt idx="113">
                        <c:v>2017</c:v>
                      </c:pt>
                      <c:pt idx="114">
                        <c:v>2017</c:v>
                      </c:pt>
                      <c:pt idx="115">
                        <c:v>2017</c:v>
                      </c:pt>
                      <c:pt idx="116">
                        <c:v>2017</c:v>
                      </c:pt>
                      <c:pt idx="117">
                        <c:v>2017</c:v>
                      </c:pt>
                      <c:pt idx="118">
                        <c:v>2017</c:v>
                      </c:pt>
                      <c:pt idx="119">
                        <c:v>2017</c:v>
                      </c:pt>
                      <c:pt idx="120">
                        <c:v>2018</c:v>
                      </c:pt>
                      <c:pt idx="121">
                        <c:v>2018</c:v>
                      </c:pt>
                      <c:pt idx="122">
                        <c:v>2018</c:v>
                      </c:pt>
                      <c:pt idx="123">
                        <c:v>2018</c:v>
                      </c:pt>
                      <c:pt idx="124">
                        <c:v>2018</c:v>
                      </c:pt>
                      <c:pt idx="125">
                        <c:v>2018</c:v>
                      </c:pt>
                      <c:pt idx="126">
                        <c:v>2018</c:v>
                      </c:pt>
                      <c:pt idx="127">
                        <c:v>2018</c:v>
                      </c:pt>
                      <c:pt idx="128">
                        <c:v>2018</c:v>
                      </c:pt>
                      <c:pt idx="129">
                        <c:v>2018</c:v>
                      </c:pt>
                      <c:pt idx="130">
                        <c:v>2018</c:v>
                      </c:pt>
                      <c:pt idx="131">
                        <c:v>2018</c:v>
                      </c:pt>
                      <c:pt idx="132">
                        <c:v>2019</c:v>
                      </c:pt>
                      <c:pt idx="133">
                        <c:v>2019</c:v>
                      </c:pt>
                      <c:pt idx="134">
                        <c:v>2019</c:v>
                      </c:pt>
                      <c:pt idx="135">
                        <c:v>2019</c:v>
                      </c:pt>
                      <c:pt idx="136">
                        <c:v>2019</c:v>
                      </c:pt>
                      <c:pt idx="137">
                        <c:v>2019</c:v>
                      </c:pt>
                      <c:pt idx="138">
                        <c:v>2019</c:v>
                      </c:pt>
                      <c:pt idx="139">
                        <c:v>2019</c:v>
                      </c:pt>
                      <c:pt idx="140">
                        <c:v>2019</c:v>
                      </c:pt>
                      <c:pt idx="141">
                        <c:v>2019</c:v>
                      </c:pt>
                      <c:pt idx="142">
                        <c:v>2019</c:v>
                      </c:pt>
                      <c:pt idx="143">
                        <c:v>2019</c:v>
                      </c:pt>
                      <c:pt idx="144">
                        <c:v>2020</c:v>
                      </c:pt>
                      <c:pt idx="145">
                        <c:v>2020</c:v>
                      </c:pt>
                      <c:pt idx="146">
                        <c:v>2020</c:v>
                      </c:pt>
                      <c:pt idx="147">
                        <c:v>2020</c:v>
                      </c:pt>
                      <c:pt idx="148">
                        <c:v>2020</c:v>
                      </c:pt>
                      <c:pt idx="149">
                        <c:v>2020</c:v>
                      </c:pt>
                      <c:pt idx="150">
                        <c:v>2020</c:v>
                      </c:pt>
                      <c:pt idx="151">
                        <c:v>2020</c:v>
                      </c:pt>
                      <c:pt idx="152">
                        <c:v>2020</c:v>
                      </c:pt>
                      <c:pt idx="153">
                        <c:v>2020</c:v>
                      </c:pt>
                      <c:pt idx="154">
                        <c:v>2020</c:v>
                      </c:pt>
                      <c:pt idx="155">
                        <c:v>2020</c:v>
                      </c:pt>
                      <c:pt idx="156">
                        <c:v>2021</c:v>
                      </c:pt>
                      <c:pt idx="157">
                        <c:v>2021</c:v>
                      </c:pt>
                      <c:pt idx="158">
                        <c:v>2021</c:v>
                      </c:pt>
                      <c:pt idx="159">
                        <c:v>2021</c:v>
                      </c:pt>
                      <c:pt idx="160">
                        <c:v>2021</c:v>
                      </c:pt>
                      <c:pt idx="161">
                        <c:v>2021</c:v>
                      </c:pt>
                      <c:pt idx="162">
                        <c:v>2021</c:v>
                      </c:pt>
                      <c:pt idx="163">
                        <c:v>2021</c:v>
                      </c:pt>
                      <c:pt idx="164">
                        <c:v>2021</c:v>
                      </c:pt>
                      <c:pt idx="165">
                        <c:v>2021</c:v>
                      </c:pt>
                      <c:pt idx="166">
                        <c:v>2021</c:v>
                      </c:pt>
                      <c:pt idx="167">
                        <c:v>2021</c:v>
                      </c:pt>
                      <c:pt idx="168">
                        <c:v>2022</c:v>
                      </c:pt>
                      <c:pt idx="169">
                        <c:v>2022</c:v>
                      </c:pt>
                      <c:pt idx="170">
                        <c:v>2022</c:v>
                      </c:pt>
                      <c:pt idx="171">
                        <c:v>2022</c:v>
                      </c:pt>
                      <c:pt idx="172">
                        <c:v>2022</c:v>
                      </c:pt>
                      <c:pt idx="173">
                        <c:v>2022</c:v>
                      </c:pt>
                      <c:pt idx="174">
                        <c:v>2022</c:v>
                      </c:pt>
                      <c:pt idx="175">
                        <c:v>2022</c:v>
                      </c:pt>
                      <c:pt idx="176">
                        <c:v>2022</c:v>
                      </c:pt>
                      <c:pt idx="177">
                        <c:v>2022</c:v>
                      </c:pt>
                      <c:pt idx="178">
                        <c:v>2022</c:v>
                      </c:pt>
                      <c:pt idx="179">
                        <c:v>2022</c:v>
                      </c:pt>
                      <c:pt idx="180">
                        <c:v>2023</c:v>
                      </c:pt>
                      <c:pt idx="181">
                        <c:v>2023</c:v>
                      </c:pt>
                      <c:pt idx="182">
                        <c:v>2023</c:v>
                      </c:pt>
                      <c:pt idx="183">
                        <c:v>2023</c:v>
                      </c:pt>
                      <c:pt idx="184">
                        <c:v>2023</c:v>
                      </c:pt>
                      <c:pt idx="185">
                        <c:v>2023</c:v>
                      </c:pt>
                      <c:pt idx="186">
                        <c:v>2023</c:v>
                      </c:pt>
                      <c:pt idx="187">
                        <c:v>2023</c:v>
                      </c:pt>
                      <c:pt idx="188">
                        <c:v>2023</c:v>
                      </c:pt>
                      <c:pt idx="189">
                        <c:v>2023</c:v>
                      </c:pt>
                      <c:pt idx="190">
                        <c:v>2023</c:v>
                      </c:pt>
                      <c:pt idx="191">
                        <c:v>2023</c:v>
                      </c:pt>
                      <c:pt idx="192">
                        <c:v>2024</c:v>
                      </c:pt>
                      <c:pt idx="193">
                        <c:v>2024</c:v>
                      </c:pt>
                      <c:pt idx="194">
                        <c:v>2024</c:v>
                      </c:pt>
                      <c:pt idx="195">
                        <c:v>2024</c:v>
                      </c:pt>
                      <c:pt idx="196">
                        <c:v>2024</c:v>
                      </c:pt>
                      <c:pt idx="197">
                        <c:v>2024</c:v>
                      </c:pt>
                      <c:pt idx="198">
                        <c:v>2024</c:v>
                      </c:pt>
                      <c:pt idx="199">
                        <c:v>2024</c:v>
                      </c:pt>
                      <c:pt idx="200">
                        <c:v>2024</c:v>
                      </c:pt>
                      <c:pt idx="201">
                        <c:v>2024</c:v>
                      </c:pt>
                      <c:pt idx="202">
                        <c:v>2024</c:v>
                      </c:pt>
                      <c:pt idx="203">
                        <c:v>2024</c:v>
                      </c:pt>
                      <c:pt idx="204">
                        <c:v>2025</c:v>
                      </c:pt>
                      <c:pt idx="205">
                        <c:v>2025</c:v>
                      </c:pt>
                      <c:pt idx="206">
                        <c:v>2025</c:v>
                      </c:pt>
                      <c:pt idx="207">
                        <c:v>2025</c:v>
                      </c:pt>
                      <c:pt idx="208">
                        <c:v>2025</c:v>
                      </c:pt>
                      <c:pt idx="209">
                        <c:v>2025</c:v>
                      </c:pt>
                      <c:pt idx="210">
                        <c:v>2025</c:v>
                      </c:pt>
                      <c:pt idx="211">
                        <c:v>2025</c:v>
                      </c:pt>
                      <c:pt idx="212">
                        <c:v>2025</c:v>
                      </c:pt>
                      <c:pt idx="213">
                        <c:v>2025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Лист4!$B$7:$HG$7</c15:sqref>
                        </c15:formulaRef>
                      </c:ext>
                    </c:extLst>
                    <c:numCache>
                      <c:formatCode>_-* #\ ##0\ _₽_-;\-* #\ ##0\ _₽_-;_-* "-"??\ _₽_-;_-@_-</c:formatCode>
                      <c:ptCount val="214"/>
                      <c:pt idx="0">
                        <c:v>7517.5</c:v>
                      </c:pt>
                      <c:pt idx="1">
                        <c:v>7604</c:v>
                      </c:pt>
                      <c:pt idx="2">
                        <c:v>7670</c:v>
                      </c:pt>
                      <c:pt idx="3">
                        <c:v>7712.5</c:v>
                      </c:pt>
                      <c:pt idx="4">
                        <c:v>7725.2</c:v>
                      </c:pt>
                      <c:pt idx="5">
                        <c:v>7743.9</c:v>
                      </c:pt>
                      <c:pt idx="6">
                        <c:v>7791.2</c:v>
                      </c:pt>
                      <c:pt idx="7">
                        <c:v>7805.8</c:v>
                      </c:pt>
                      <c:pt idx="8">
                        <c:v>7872.4</c:v>
                      </c:pt>
                      <c:pt idx="9">
                        <c:v>7974.9</c:v>
                      </c:pt>
                      <c:pt idx="10">
                        <c:v>8027</c:v>
                      </c:pt>
                      <c:pt idx="11">
                        <c:v>8204.7000000000007</c:v>
                      </c:pt>
                      <c:pt idx="12">
                        <c:v>8289</c:v>
                      </c:pt>
                      <c:pt idx="13">
                        <c:v>8319.2999999999993</c:v>
                      </c:pt>
                      <c:pt idx="14">
                        <c:v>8386.4</c:v>
                      </c:pt>
                      <c:pt idx="15">
                        <c:v>8391.1</c:v>
                      </c:pt>
                      <c:pt idx="16">
                        <c:v>8449.2000000000007</c:v>
                      </c:pt>
                      <c:pt idx="17">
                        <c:v>8459.2999999999993</c:v>
                      </c:pt>
                      <c:pt idx="18">
                        <c:v>8463.5</c:v>
                      </c:pt>
                      <c:pt idx="19">
                        <c:v>8463</c:v>
                      </c:pt>
                      <c:pt idx="20">
                        <c:v>8461.6</c:v>
                      </c:pt>
                      <c:pt idx="21">
                        <c:v>8487.9</c:v>
                      </c:pt>
                      <c:pt idx="22">
                        <c:v>8517</c:v>
                      </c:pt>
                      <c:pt idx="23">
                        <c:v>8512.2000000000007</c:v>
                      </c:pt>
                      <c:pt idx="24">
                        <c:v>8477.7000000000007</c:v>
                      </c:pt>
                      <c:pt idx="25">
                        <c:v>8527.2999999999993</c:v>
                      </c:pt>
                      <c:pt idx="26">
                        <c:v>8523.5</c:v>
                      </c:pt>
                      <c:pt idx="27">
                        <c:v>8554.7999999999993</c:v>
                      </c:pt>
                      <c:pt idx="28">
                        <c:v>8609</c:v>
                      </c:pt>
                      <c:pt idx="29">
                        <c:v>8628.1</c:v>
                      </c:pt>
                      <c:pt idx="30">
                        <c:v>8639.5</c:v>
                      </c:pt>
                      <c:pt idx="31">
                        <c:v>8687.9</c:v>
                      </c:pt>
                      <c:pt idx="32">
                        <c:v>8718.7000000000007</c:v>
                      </c:pt>
                      <c:pt idx="33">
                        <c:v>8768.4</c:v>
                      </c:pt>
                      <c:pt idx="34">
                        <c:v>8789</c:v>
                      </c:pt>
                      <c:pt idx="35">
                        <c:v>8822.7000000000007</c:v>
                      </c:pt>
                      <c:pt idx="36">
                        <c:v>8845</c:v>
                      </c:pt>
                      <c:pt idx="37">
                        <c:v>8908.7999999999993</c:v>
                      </c:pt>
                      <c:pt idx="38">
                        <c:v>8966.7999999999993</c:v>
                      </c:pt>
                      <c:pt idx="39">
                        <c:v>9030.2000000000007</c:v>
                      </c:pt>
                      <c:pt idx="40">
                        <c:v>9102.5</c:v>
                      </c:pt>
                      <c:pt idx="41">
                        <c:v>9176.5</c:v>
                      </c:pt>
                      <c:pt idx="42">
                        <c:v>9338.4</c:v>
                      </c:pt>
                      <c:pt idx="43">
                        <c:v>9524.9</c:v>
                      </c:pt>
                      <c:pt idx="44">
                        <c:v>9545.1</c:v>
                      </c:pt>
                      <c:pt idx="45">
                        <c:v>9577.9</c:v>
                      </c:pt>
                      <c:pt idx="46">
                        <c:v>9629.5</c:v>
                      </c:pt>
                      <c:pt idx="47">
                        <c:v>9677.1</c:v>
                      </c:pt>
                      <c:pt idx="48">
                        <c:v>9750.2999999999993</c:v>
                      </c:pt>
                      <c:pt idx="49">
                        <c:v>9802</c:v>
                      </c:pt>
                      <c:pt idx="50">
                        <c:v>9846</c:v>
                      </c:pt>
                      <c:pt idx="51">
                        <c:v>9899.5</c:v>
                      </c:pt>
                      <c:pt idx="52">
                        <c:v>9942.7999999999993</c:v>
                      </c:pt>
                      <c:pt idx="53">
                        <c:v>10012.799999999999</c:v>
                      </c:pt>
                      <c:pt idx="54">
                        <c:v>10065.5</c:v>
                      </c:pt>
                      <c:pt idx="55">
                        <c:v>10136.1</c:v>
                      </c:pt>
                      <c:pt idx="56">
                        <c:v>10216.299999999999</c:v>
                      </c:pt>
                      <c:pt idx="57">
                        <c:v>10282.6</c:v>
                      </c:pt>
                      <c:pt idx="58">
                        <c:v>10351.6</c:v>
                      </c:pt>
                      <c:pt idx="59">
                        <c:v>10474.1</c:v>
                      </c:pt>
                      <c:pt idx="60">
                        <c:v>10497.4</c:v>
                      </c:pt>
                      <c:pt idx="61">
                        <c:v>10516.4</c:v>
                      </c:pt>
                      <c:pt idx="62">
                        <c:v>10572.6</c:v>
                      </c:pt>
                      <c:pt idx="63">
                        <c:v>10600</c:v>
                      </c:pt>
                      <c:pt idx="64">
                        <c:v>10634.2</c:v>
                      </c:pt>
                      <c:pt idx="65">
                        <c:v>10691.3</c:v>
                      </c:pt>
                      <c:pt idx="66">
                        <c:v>10730.5</c:v>
                      </c:pt>
                      <c:pt idx="67">
                        <c:v>10788.5</c:v>
                      </c:pt>
                      <c:pt idx="68">
                        <c:v>10848.9</c:v>
                      </c:pt>
                      <c:pt idx="69">
                        <c:v>10973.2</c:v>
                      </c:pt>
                      <c:pt idx="70">
                        <c:v>10981.9</c:v>
                      </c:pt>
                      <c:pt idx="71">
                        <c:v>11046.9</c:v>
                      </c:pt>
                      <c:pt idx="72">
                        <c:v>11116.6</c:v>
                      </c:pt>
                      <c:pt idx="73">
                        <c:v>11182.3</c:v>
                      </c:pt>
                      <c:pt idx="74">
                        <c:v>11218.2</c:v>
                      </c:pt>
                      <c:pt idx="75">
                        <c:v>11263.1</c:v>
                      </c:pt>
                      <c:pt idx="76">
                        <c:v>11327.6</c:v>
                      </c:pt>
                      <c:pt idx="77">
                        <c:v>11382.8</c:v>
                      </c:pt>
                      <c:pt idx="78">
                        <c:v>11437.5</c:v>
                      </c:pt>
                      <c:pt idx="79">
                        <c:v>11461.6</c:v>
                      </c:pt>
                      <c:pt idx="80">
                        <c:v>11502.8</c:v>
                      </c:pt>
                      <c:pt idx="81">
                        <c:v>11576.6</c:v>
                      </c:pt>
                      <c:pt idx="82">
                        <c:v>11617.3</c:v>
                      </c:pt>
                      <c:pt idx="83">
                        <c:v>11701</c:v>
                      </c:pt>
                      <c:pt idx="84">
                        <c:v>11787.8</c:v>
                      </c:pt>
                      <c:pt idx="85">
                        <c:v>11904.7</c:v>
                      </c:pt>
                      <c:pt idx="86">
                        <c:v>11902.8</c:v>
                      </c:pt>
                      <c:pt idx="87">
                        <c:v>11936.7</c:v>
                      </c:pt>
                      <c:pt idx="88">
                        <c:v>11964.2</c:v>
                      </c:pt>
                      <c:pt idx="89">
                        <c:v>12004.6</c:v>
                      </c:pt>
                      <c:pt idx="90">
                        <c:v>12048.3</c:v>
                      </c:pt>
                      <c:pt idx="91">
                        <c:v>12093.1</c:v>
                      </c:pt>
                      <c:pt idx="92">
                        <c:v>12154.3</c:v>
                      </c:pt>
                      <c:pt idx="93">
                        <c:v>12205.6</c:v>
                      </c:pt>
                      <c:pt idx="94">
                        <c:v>12296.9</c:v>
                      </c:pt>
                      <c:pt idx="95">
                        <c:v>12368.2</c:v>
                      </c:pt>
                      <c:pt idx="96">
                        <c:v>12505.5</c:v>
                      </c:pt>
                      <c:pt idx="97">
                        <c:v>12577.7</c:v>
                      </c:pt>
                      <c:pt idx="98">
                        <c:v>12628.6</c:v>
                      </c:pt>
                      <c:pt idx="99">
                        <c:v>12707.6</c:v>
                      </c:pt>
                      <c:pt idx="100">
                        <c:v>12774.6</c:v>
                      </c:pt>
                      <c:pt idx="101">
                        <c:v>12835.1</c:v>
                      </c:pt>
                      <c:pt idx="102">
                        <c:v>12889.3</c:v>
                      </c:pt>
                      <c:pt idx="103">
                        <c:v>12973.6</c:v>
                      </c:pt>
                      <c:pt idx="104">
                        <c:v>13033.8</c:v>
                      </c:pt>
                      <c:pt idx="105">
                        <c:v>13107.1</c:v>
                      </c:pt>
                      <c:pt idx="106">
                        <c:v>13180.6</c:v>
                      </c:pt>
                      <c:pt idx="107">
                        <c:v>13225.8</c:v>
                      </c:pt>
                      <c:pt idx="108">
                        <c:v>13300.3</c:v>
                      </c:pt>
                      <c:pt idx="109">
                        <c:v>13367</c:v>
                      </c:pt>
                      <c:pt idx="110">
                        <c:v>13428.4</c:v>
                      </c:pt>
                      <c:pt idx="111">
                        <c:v>13484.4</c:v>
                      </c:pt>
                      <c:pt idx="112">
                        <c:v>13536.4</c:v>
                      </c:pt>
                      <c:pt idx="113">
                        <c:v>13558.1</c:v>
                      </c:pt>
                      <c:pt idx="114">
                        <c:v>13615.1</c:v>
                      </c:pt>
                      <c:pt idx="115">
                        <c:v>13674.3</c:v>
                      </c:pt>
                      <c:pt idx="116">
                        <c:v>13722.7</c:v>
                      </c:pt>
                      <c:pt idx="117">
                        <c:v>13782</c:v>
                      </c:pt>
                      <c:pt idx="118">
                        <c:v>13814.6</c:v>
                      </c:pt>
                      <c:pt idx="119">
                        <c:v>13873.5</c:v>
                      </c:pt>
                      <c:pt idx="120">
                        <c:v>13882.9</c:v>
                      </c:pt>
                      <c:pt idx="121">
                        <c:v>13919</c:v>
                      </c:pt>
                      <c:pt idx="122">
                        <c:v>13975.8</c:v>
                      </c:pt>
                      <c:pt idx="123">
                        <c:v>13993.7</c:v>
                      </c:pt>
                      <c:pt idx="124">
                        <c:v>14049.4</c:v>
                      </c:pt>
                      <c:pt idx="125">
                        <c:v>14109.7</c:v>
                      </c:pt>
                      <c:pt idx="126">
                        <c:v>14143.9</c:v>
                      </c:pt>
                      <c:pt idx="127">
                        <c:v>14193.6</c:v>
                      </c:pt>
                      <c:pt idx="128">
                        <c:v>14229.1</c:v>
                      </c:pt>
                      <c:pt idx="129">
                        <c:v>14241.1</c:v>
                      </c:pt>
                      <c:pt idx="130">
                        <c:v>14260.5</c:v>
                      </c:pt>
                      <c:pt idx="131">
                        <c:v>14382.3</c:v>
                      </c:pt>
                      <c:pt idx="132">
                        <c:v>14445.7</c:v>
                      </c:pt>
                      <c:pt idx="133">
                        <c:v>14480.8</c:v>
                      </c:pt>
                      <c:pt idx="134">
                        <c:v>14525.9</c:v>
                      </c:pt>
                      <c:pt idx="135">
                        <c:v>14554.2</c:v>
                      </c:pt>
                      <c:pt idx="136">
                        <c:v>14652</c:v>
                      </c:pt>
                      <c:pt idx="137">
                        <c:v>14771</c:v>
                      </c:pt>
                      <c:pt idx="138">
                        <c:v>14853.1</c:v>
                      </c:pt>
                      <c:pt idx="139">
                        <c:v>14934.3</c:v>
                      </c:pt>
                      <c:pt idx="140">
                        <c:v>15031</c:v>
                      </c:pt>
                      <c:pt idx="141">
                        <c:v>15166.9</c:v>
                      </c:pt>
                      <c:pt idx="142">
                        <c:v>15276.4</c:v>
                      </c:pt>
                      <c:pt idx="143">
                        <c:v>15347.6</c:v>
                      </c:pt>
                      <c:pt idx="144">
                        <c:v>15416.3</c:v>
                      </c:pt>
                      <c:pt idx="145">
                        <c:v>15466.6</c:v>
                      </c:pt>
                      <c:pt idx="146">
                        <c:v>15993.4</c:v>
                      </c:pt>
                      <c:pt idx="147">
                        <c:v>17005.400000000001</c:v>
                      </c:pt>
                      <c:pt idx="148">
                        <c:v>17852.900000000001</c:v>
                      </c:pt>
                      <c:pt idx="149">
                        <c:v>18140.599999999999</c:v>
                      </c:pt>
                      <c:pt idx="150">
                        <c:v>18297.7</c:v>
                      </c:pt>
                      <c:pt idx="151">
                        <c:v>18364.099999999999</c:v>
                      </c:pt>
                      <c:pt idx="152">
                        <c:v>18596.400000000001</c:v>
                      </c:pt>
                      <c:pt idx="153">
                        <c:v>18751.099999999999</c:v>
                      </c:pt>
                      <c:pt idx="154">
                        <c:v>18978.900000000001</c:v>
                      </c:pt>
                      <c:pt idx="155">
                        <c:v>19133</c:v>
                      </c:pt>
                      <c:pt idx="156">
                        <c:v>19359.5</c:v>
                      </c:pt>
                      <c:pt idx="157">
                        <c:v>19596.5</c:v>
                      </c:pt>
                      <c:pt idx="158">
                        <c:v>19823.2</c:v>
                      </c:pt>
                      <c:pt idx="159">
                        <c:v>20161.5</c:v>
                      </c:pt>
                      <c:pt idx="160">
                        <c:v>20430.5</c:v>
                      </c:pt>
                      <c:pt idx="161">
                        <c:v>20472.900000000001</c:v>
                      </c:pt>
                      <c:pt idx="162">
                        <c:v>20628.099999999999</c:v>
                      </c:pt>
                      <c:pt idx="163">
                        <c:v>20811</c:v>
                      </c:pt>
                      <c:pt idx="164">
                        <c:v>20979.1</c:v>
                      </c:pt>
                      <c:pt idx="165">
                        <c:v>21142.1</c:v>
                      </c:pt>
                      <c:pt idx="166">
                        <c:v>21316.6</c:v>
                      </c:pt>
                      <c:pt idx="167">
                        <c:v>21471</c:v>
                      </c:pt>
                      <c:pt idx="168">
                        <c:v>21587.3</c:v>
                      </c:pt>
                      <c:pt idx="169">
                        <c:v>21684.9</c:v>
                      </c:pt>
                      <c:pt idx="170">
                        <c:v>21721.3</c:v>
                      </c:pt>
                      <c:pt idx="171">
                        <c:v>21749.9</c:v>
                      </c:pt>
                      <c:pt idx="172">
                        <c:v>21690.7</c:v>
                      </c:pt>
                      <c:pt idx="173">
                        <c:v>21642.799999999999</c:v>
                      </c:pt>
                      <c:pt idx="174">
                        <c:v>21641.7</c:v>
                      </c:pt>
                      <c:pt idx="175">
                        <c:v>21606.799999999999</c:v>
                      </c:pt>
                      <c:pt idx="176">
                        <c:v>21521</c:v>
                      </c:pt>
                      <c:pt idx="177">
                        <c:v>21424.400000000001</c:v>
                      </c:pt>
                      <c:pt idx="178">
                        <c:v>21358.1</c:v>
                      </c:pt>
                      <c:pt idx="179">
                        <c:v>21219</c:v>
                      </c:pt>
                      <c:pt idx="180">
                        <c:v>21205.200000000001</c:v>
                      </c:pt>
                      <c:pt idx="181">
                        <c:v>21184.5</c:v>
                      </c:pt>
                      <c:pt idx="182">
                        <c:v>20876.099999999999</c:v>
                      </c:pt>
                      <c:pt idx="183">
                        <c:v>20729.8</c:v>
                      </c:pt>
                      <c:pt idx="184">
                        <c:v>20801.099999999999</c:v>
                      </c:pt>
                      <c:pt idx="185">
                        <c:v>20782.7</c:v>
                      </c:pt>
                      <c:pt idx="186">
                        <c:v>20772.099999999999</c:v>
                      </c:pt>
                      <c:pt idx="187">
                        <c:v>20746.900000000001</c:v>
                      </c:pt>
                      <c:pt idx="188">
                        <c:v>20720.400000000001</c:v>
                      </c:pt>
                      <c:pt idx="189">
                        <c:v>20687.3</c:v>
                      </c:pt>
                      <c:pt idx="190">
                        <c:v>20696.7</c:v>
                      </c:pt>
                      <c:pt idx="191">
                        <c:v>20701.3</c:v>
                      </c:pt>
                      <c:pt idx="192">
                        <c:v>20773.099999999999</c:v>
                      </c:pt>
                      <c:pt idx="193">
                        <c:v>20861</c:v>
                      </c:pt>
                      <c:pt idx="194">
                        <c:v>20900.8</c:v>
                      </c:pt>
                      <c:pt idx="195">
                        <c:v>20928.900000000001</c:v>
                      </c:pt>
                      <c:pt idx="196">
                        <c:v>20989.4</c:v>
                      </c:pt>
                      <c:pt idx="197">
                        <c:v>21052.9</c:v>
                      </c:pt>
                      <c:pt idx="198">
                        <c:v>21084.2</c:v>
                      </c:pt>
                      <c:pt idx="199">
                        <c:v>21171.1</c:v>
                      </c:pt>
                      <c:pt idx="200">
                        <c:v>21257.5</c:v>
                      </c:pt>
                      <c:pt idx="201">
                        <c:v>21308.1</c:v>
                      </c:pt>
                      <c:pt idx="202">
                        <c:v>21407.9</c:v>
                      </c:pt>
                      <c:pt idx="203">
                        <c:v>21424.5</c:v>
                      </c:pt>
                      <c:pt idx="204">
                        <c:v>21492.400000000001</c:v>
                      </c:pt>
                      <c:pt idx="205">
                        <c:v>21564.6</c:v>
                      </c:pt>
                      <c:pt idx="206">
                        <c:v>21636.799999999999</c:v>
                      </c:pt>
                      <c:pt idx="207">
                        <c:v>21770.5</c:v>
                      </c:pt>
                      <c:pt idx="208">
                        <c:v>21827.4</c:v>
                      </c:pt>
                      <c:pt idx="209">
                        <c:v>21942.400000000001</c:v>
                      </c:pt>
                      <c:pt idx="210">
                        <c:v>22028.799999999999</c:v>
                      </c:pt>
                      <c:pt idx="211">
                        <c:v>22108.400000000001</c:v>
                      </c:pt>
                      <c:pt idx="212">
                        <c:v>22212.5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FF07-4FA6-89FB-A39F7F2F58A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Лист4!$A$9</c15:sqref>
                        </c15:formulaRef>
                      </c:ext>
                    </c:extLst>
                    <c:strCache>
                      <c:ptCount val="1"/>
                      <c:pt idx="0">
                        <c:v>USD per EUR (H.10)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Лист4!$B$2:$HG$2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2008</c:v>
                      </c:pt>
                      <c:pt idx="1">
                        <c:v>2008</c:v>
                      </c:pt>
                      <c:pt idx="2">
                        <c:v>2008</c:v>
                      </c:pt>
                      <c:pt idx="3">
                        <c:v>2008</c:v>
                      </c:pt>
                      <c:pt idx="4">
                        <c:v>2008</c:v>
                      </c:pt>
                      <c:pt idx="5">
                        <c:v>2008</c:v>
                      </c:pt>
                      <c:pt idx="6">
                        <c:v>2008</c:v>
                      </c:pt>
                      <c:pt idx="7">
                        <c:v>2008</c:v>
                      </c:pt>
                      <c:pt idx="8">
                        <c:v>2008</c:v>
                      </c:pt>
                      <c:pt idx="9">
                        <c:v>2008</c:v>
                      </c:pt>
                      <c:pt idx="10">
                        <c:v>2008</c:v>
                      </c:pt>
                      <c:pt idx="11">
                        <c:v>2008</c:v>
                      </c:pt>
                      <c:pt idx="12">
                        <c:v>2009</c:v>
                      </c:pt>
                      <c:pt idx="13">
                        <c:v>2009</c:v>
                      </c:pt>
                      <c:pt idx="14">
                        <c:v>2009</c:v>
                      </c:pt>
                      <c:pt idx="15">
                        <c:v>2009</c:v>
                      </c:pt>
                      <c:pt idx="16">
                        <c:v>2009</c:v>
                      </c:pt>
                      <c:pt idx="17">
                        <c:v>2009</c:v>
                      </c:pt>
                      <c:pt idx="18">
                        <c:v>2009</c:v>
                      </c:pt>
                      <c:pt idx="19">
                        <c:v>2009</c:v>
                      </c:pt>
                      <c:pt idx="20">
                        <c:v>2009</c:v>
                      </c:pt>
                      <c:pt idx="21">
                        <c:v>2009</c:v>
                      </c:pt>
                      <c:pt idx="22">
                        <c:v>2009</c:v>
                      </c:pt>
                      <c:pt idx="23">
                        <c:v>2009</c:v>
                      </c:pt>
                      <c:pt idx="24">
                        <c:v>2010</c:v>
                      </c:pt>
                      <c:pt idx="25">
                        <c:v>2010</c:v>
                      </c:pt>
                      <c:pt idx="26">
                        <c:v>2010</c:v>
                      </c:pt>
                      <c:pt idx="27">
                        <c:v>2010</c:v>
                      </c:pt>
                      <c:pt idx="28">
                        <c:v>2010</c:v>
                      </c:pt>
                      <c:pt idx="29">
                        <c:v>2010</c:v>
                      </c:pt>
                      <c:pt idx="30">
                        <c:v>2010</c:v>
                      </c:pt>
                      <c:pt idx="31">
                        <c:v>2010</c:v>
                      </c:pt>
                      <c:pt idx="32">
                        <c:v>2010</c:v>
                      </c:pt>
                      <c:pt idx="33">
                        <c:v>2010</c:v>
                      </c:pt>
                      <c:pt idx="34">
                        <c:v>2010</c:v>
                      </c:pt>
                      <c:pt idx="35">
                        <c:v>2010</c:v>
                      </c:pt>
                      <c:pt idx="36">
                        <c:v>2011</c:v>
                      </c:pt>
                      <c:pt idx="37">
                        <c:v>2011</c:v>
                      </c:pt>
                      <c:pt idx="38">
                        <c:v>2011</c:v>
                      </c:pt>
                      <c:pt idx="39">
                        <c:v>2011</c:v>
                      </c:pt>
                      <c:pt idx="40">
                        <c:v>2011</c:v>
                      </c:pt>
                      <c:pt idx="41">
                        <c:v>2011</c:v>
                      </c:pt>
                      <c:pt idx="42">
                        <c:v>2011</c:v>
                      </c:pt>
                      <c:pt idx="43">
                        <c:v>2011</c:v>
                      </c:pt>
                      <c:pt idx="44">
                        <c:v>2011</c:v>
                      </c:pt>
                      <c:pt idx="45">
                        <c:v>2011</c:v>
                      </c:pt>
                      <c:pt idx="46">
                        <c:v>2011</c:v>
                      </c:pt>
                      <c:pt idx="47">
                        <c:v>2011</c:v>
                      </c:pt>
                      <c:pt idx="48">
                        <c:v>2012</c:v>
                      </c:pt>
                      <c:pt idx="49">
                        <c:v>2012</c:v>
                      </c:pt>
                      <c:pt idx="50">
                        <c:v>2012</c:v>
                      </c:pt>
                      <c:pt idx="51">
                        <c:v>2012</c:v>
                      </c:pt>
                      <c:pt idx="52">
                        <c:v>2012</c:v>
                      </c:pt>
                      <c:pt idx="53">
                        <c:v>2012</c:v>
                      </c:pt>
                      <c:pt idx="54">
                        <c:v>2012</c:v>
                      </c:pt>
                      <c:pt idx="55">
                        <c:v>2012</c:v>
                      </c:pt>
                      <c:pt idx="56">
                        <c:v>2012</c:v>
                      </c:pt>
                      <c:pt idx="57">
                        <c:v>2012</c:v>
                      </c:pt>
                      <c:pt idx="58">
                        <c:v>2012</c:v>
                      </c:pt>
                      <c:pt idx="59">
                        <c:v>2012</c:v>
                      </c:pt>
                      <c:pt idx="60">
                        <c:v>2013</c:v>
                      </c:pt>
                      <c:pt idx="61">
                        <c:v>2013</c:v>
                      </c:pt>
                      <c:pt idx="62">
                        <c:v>2013</c:v>
                      </c:pt>
                      <c:pt idx="63">
                        <c:v>2013</c:v>
                      </c:pt>
                      <c:pt idx="64">
                        <c:v>2013</c:v>
                      </c:pt>
                      <c:pt idx="65">
                        <c:v>2013</c:v>
                      </c:pt>
                      <c:pt idx="66">
                        <c:v>2013</c:v>
                      </c:pt>
                      <c:pt idx="67">
                        <c:v>2013</c:v>
                      </c:pt>
                      <c:pt idx="68">
                        <c:v>2013</c:v>
                      </c:pt>
                      <c:pt idx="69">
                        <c:v>2013</c:v>
                      </c:pt>
                      <c:pt idx="70">
                        <c:v>2013</c:v>
                      </c:pt>
                      <c:pt idx="71">
                        <c:v>2013</c:v>
                      </c:pt>
                      <c:pt idx="72">
                        <c:v>2014</c:v>
                      </c:pt>
                      <c:pt idx="73">
                        <c:v>2014</c:v>
                      </c:pt>
                      <c:pt idx="74">
                        <c:v>2014</c:v>
                      </c:pt>
                      <c:pt idx="75">
                        <c:v>2014</c:v>
                      </c:pt>
                      <c:pt idx="76">
                        <c:v>2014</c:v>
                      </c:pt>
                      <c:pt idx="77">
                        <c:v>2014</c:v>
                      </c:pt>
                      <c:pt idx="78">
                        <c:v>2014</c:v>
                      </c:pt>
                      <c:pt idx="79">
                        <c:v>2014</c:v>
                      </c:pt>
                      <c:pt idx="80">
                        <c:v>2014</c:v>
                      </c:pt>
                      <c:pt idx="81">
                        <c:v>2014</c:v>
                      </c:pt>
                      <c:pt idx="82">
                        <c:v>2014</c:v>
                      </c:pt>
                      <c:pt idx="83">
                        <c:v>2014</c:v>
                      </c:pt>
                      <c:pt idx="84">
                        <c:v>2015</c:v>
                      </c:pt>
                      <c:pt idx="85">
                        <c:v>2015</c:v>
                      </c:pt>
                      <c:pt idx="86">
                        <c:v>2015</c:v>
                      </c:pt>
                      <c:pt idx="87">
                        <c:v>2015</c:v>
                      </c:pt>
                      <c:pt idx="88">
                        <c:v>2015</c:v>
                      </c:pt>
                      <c:pt idx="89">
                        <c:v>2015</c:v>
                      </c:pt>
                      <c:pt idx="90">
                        <c:v>2015</c:v>
                      </c:pt>
                      <c:pt idx="91">
                        <c:v>2015</c:v>
                      </c:pt>
                      <c:pt idx="92">
                        <c:v>2015</c:v>
                      </c:pt>
                      <c:pt idx="93">
                        <c:v>2015</c:v>
                      </c:pt>
                      <c:pt idx="94">
                        <c:v>2015</c:v>
                      </c:pt>
                      <c:pt idx="95">
                        <c:v>2015</c:v>
                      </c:pt>
                      <c:pt idx="96">
                        <c:v>2016</c:v>
                      </c:pt>
                      <c:pt idx="97">
                        <c:v>2016</c:v>
                      </c:pt>
                      <c:pt idx="98">
                        <c:v>2016</c:v>
                      </c:pt>
                      <c:pt idx="99">
                        <c:v>2016</c:v>
                      </c:pt>
                      <c:pt idx="100">
                        <c:v>2016</c:v>
                      </c:pt>
                      <c:pt idx="101">
                        <c:v>2016</c:v>
                      </c:pt>
                      <c:pt idx="102">
                        <c:v>2016</c:v>
                      </c:pt>
                      <c:pt idx="103">
                        <c:v>2016</c:v>
                      </c:pt>
                      <c:pt idx="104">
                        <c:v>2016</c:v>
                      </c:pt>
                      <c:pt idx="105">
                        <c:v>2016</c:v>
                      </c:pt>
                      <c:pt idx="106">
                        <c:v>2016</c:v>
                      </c:pt>
                      <c:pt idx="107">
                        <c:v>2016</c:v>
                      </c:pt>
                      <c:pt idx="108">
                        <c:v>2017</c:v>
                      </c:pt>
                      <c:pt idx="109">
                        <c:v>2017</c:v>
                      </c:pt>
                      <c:pt idx="110">
                        <c:v>2017</c:v>
                      </c:pt>
                      <c:pt idx="111">
                        <c:v>2017</c:v>
                      </c:pt>
                      <c:pt idx="112">
                        <c:v>2017</c:v>
                      </c:pt>
                      <c:pt idx="113">
                        <c:v>2017</c:v>
                      </c:pt>
                      <c:pt idx="114">
                        <c:v>2017</c:v>
                      </c:pt>
                      <c:pt idx="115">
                        <c:v>2017</c:v>
                      </c:pt>
                      <c:pt idx="116">
                        <c:v>2017</c:v>
                      </c:pt>
                      <c:pt idx="117">
                        <c:v>2017</c:v>
                      </c:pt>
                      <c:pt idx="118">
                        <c:v>2017</c:v>
                      </c:pt>
                      <c:pt idx="119">
                        <c:v>2017</c:v>
                      </c:pt>
                      <c:pt idx="120">
                        <c:v>2018</c:v>
                      </c:pt>
                      <c:pt idx="121">
                        <c:v>2018</c:v>
                      </c:pt>
                      <c:pt idx="122">
                        <c:v>2018</c:v>
                      </c:pt>
                      <c:pt idx="123">
                        <c:v>2018</c:v>
                      </c:pt>
                      <c:pt idx="124">
                        <c:v>2018</c:v>
                      </c:pt>
                      <c:pt idx="125">
                        <c:v>2018</c:v>
                      </c:pt>
                      <c:pt idx="126">
                        <c:v>2018</c:v>
                      </c:pt>
                      <c:pt idx="127">
                        <c:v>2018</c:v>
                      </c:pt>
                      <c:pt idx="128">
                        <c:v>2018</c:v>
                      </c:pt>
                      <c:pt idx="129">
                        <c:v>2018</c:v>
                      </c:pt>
                      <c:pt idx="130">
                        <c:v>2018</c:v>
                      </c:pt>
                      <c:pt idx="131">
                        <c:v>2018</c:v>
                      </c:pt>
                      <c:pt idx="132">
                        <c:v>2019</c:v>
                      </c:pt>
                      <c:pt idx="133">
                        <c:v>2019</c:v>
                      </c:pt>
                      <c:pt idx="134">
                        <c:v>2019</c:v>
                      </c:pt>
                      <c:pt idx="135">
                        <c:v>2019</c:v>
                      </c:pt>
                      <c:pt idx="136">
                        <c:v>2019</c:v>
                      </c:pt>
                      <c:pt idx="137">
                        <c:v>2019</c:v>
                      </c:pt>
                      <c:pt idx="138">
                        <c:v>2019</c:v>
                      </c:pt>
                      <c:pt idx="139">
                        <c:v>2019</c:v>
                      </c:pt>
                      <c:pt idx="140">
                        <c:v>2019</c:v>
                      </c:pt>
                      <c:pt idx="141">
                        <c:v>2019</c:v>
                      </c:pt>
                      <c:pt idx="142">
                        <c:v>2019</c:v>
                      </c:pt>
                      <c:pt idx="143">
                        <c:v>2019</c:v>
                      </c:pt>
                      <c:pt idx="144">
                        <c:v>2020</c:v>
                      </c:pt>
                      <c:pt idx="145">
                        <c:v>2020</c:v>
                      </c:pt>
                      <c:pt idx="146">
                        <c:v>2020</c:v>
                      </c:pt>
                      <c:pt idx="147">
                        <c:v>2020</c:v>
                      </c:pt>
                      <c:pt idx="148">
                        <c:v>2020</c:v>
                      </c:pt>
                      <c:pt idx="149">
                        <c:v>2020</c:v>
                      </c:pt>
                      <c:pt idx="150">
                        <c:v>2020</c:v>
                      </c:pt>
                      <c:pt idx="151">
                        <c:v>2020</c:v>
                      </c:pt>
                      <c:pt idx="152">
                        <c:v>2020</c:v>
                      </c:pt>
                      <c:pt idx="153">
                        <c:v>2020</c:v>
                      </c:pt>
                      <c:pt idx="154">
                        <c:v>2020</c:v>
                      </c:pt>
                      <c:pt idx="155">
                        <c:v>2020</c:v>
                      </c:pt>
                      <c:pt idx="156">
                        <c:v>2021</c:v>
                      </c:pt>
                      <c:pt idx="157">
                        <c:v>2021</c:v>
                      </c:pt>
                      <c:pt idx="158">
                        <c:v>2021</c:v>
                      </c:pt>
                      <c:pt idx="159">
                        <c:v>2021</c:v>
                      </c:pt>
                      <c:pt idx="160">
                        <c:v>2021</c:v>
                      </c:pt>
                      <c:pt idx="161">
                        <c:v>2021</c:v>
                      </c:pt>
                      <c:pt idx="162">
                        <c:v>2021</c:v>
                      </c:pt>
                      <c:pt idx="163">
                        <c:v>2021</c:v>
                      </c:pt>
                      <c:pt idx="164">
                        <c:v>2021</c:v>
                      </c:pt>
                      <c:pt idx="165">
                        <c:v>2021</c:v>
                      </c:pt>
                      <c:pt idx="166">
                        <c:v>2021</c:v>
                      </c:pt>
                      <c:pt idx="167">
                        <c:v>2021</c:v>
                      </c:pt>
                      <c:pt idx="168">
                        <c:v>2022</c:v>
                      </c:pt>
                      <c:pt idx="169">
                        <c:v>2022</c:v>
                      </c:pt>
                      <c:pt idx="170">
                        <c:v>2022</c:v>
                      </c:pt>
                      <c:pt idx="171">
                        <c:v>2022</c:v>
                      </c:pt>
                      <c:pt idx="172">
                        <c:v>2022</c:v>
                      </c:pt>
                      <c:pt idx="173">
                        <c:v>2022</c:v>
                      </c:pt>
                      <c:pt idx="174">
                        <c:v>2022</c:v>
                      </c:pt>
                      <c:pt idx="175">
                        <c:v>2022</c:v>
                      </c:pt>
                      <c:pt idx="176">
                        <c:v>2022</c:v>
                      </c:pt>
                      <c:pt idx="177">
                        <c:v>2022</c:v>
                      </c:pt>
                      <c:pt idx="178">
                        <c:v>2022</c:v>
                      </c:pt>
                      <c:pt idx="179">
                        <c:v>2022</c:v>
                      </c:pt>
                      <c:pt idx="180">
                        <c:v>2023</c:v>
                      </c:pt>
                      <c:pt idx="181">
                        <c:v>2023</c:v>
                      </c:pt>
                      <c:pt idx="182">
                        <c:v>2023</c:v>
                      </c:pt>
                      <c:pt idx="183">
                        <c:v>2023</c:v>
                      </c:pt>
                      <c:pt idx="184">
                        <c:v>2023</c:v>
                      </c:pt>
                      <c:pt idx="185">
                        <c:v>2023</c:v>
                      </c:pt>
                      <c:pt idx="186">
                        <c:v>2023</c:v>
                      </c:pt>
                      <c:pt idx="187">
                        <c:v>2023</c:v>
                      </c:pt>
                      <c:pt idx="188">
                        <c:v>2023</c:v>
                      </c:pt>
                      <c:pt idx="189">
                        <c:v>2023</c:v>
                      </c:pt>
                      <c:pt idx="190">
                        <c:v>2023</c:v>
                      </c:pt>
                      <c:pt idx="191">
                        <c:v>2023</c:v>
                      </c:pt>
                      <c:pt idx="192">
                        <c:v>2024</c:v>
                      </c:pt>
                      <c:pt idx="193">
                        <c:v>2024</c:v>
                      </c:pt>
                      <c:pt idx="194">
                        <c:v>2024</c:v>
                      </c:pt>
                      <c:pt idx="195">
                        <c:v>2024</c:v>
                      </c:pt>
                      <c:pt idx="196">
                        <c:v>2024</c:v>
                      </c:pt>
                      <c:pt idx="197">
                        <c:v>2024</c:v>
                      </c:pt>
                      <c:pt idx="198">
                        <c:v>2024</c:v>
                      </c:pt>
                      <c:pt idx="199">
                        <c:v>2024</c:v>
                      </c:pt>
                      <c:pt idx="200">
                        <c:v>2024</c:v>
                      </c:pt>
                      <c:pt idx="201">
                        <c:v>2024</c:v>
                      </c:pt>
                      <c:pt idx="202">
                        <c:v>2024</c:v>
                      </c:pt>
                      <c:pt idx="203">
                        <c:v>2024</c:v>
                      </c:pt>
                      <c:pt idx="204">
                        <c:v>2025</c:v>
                      </c:pt>
                      <c:pt idx="205">
                        <c:v>2025</c:v>
                      </c:pt>
                      <c:pt idx="206">
                        <c:v>2025</c:v>
                      </c:pt>
                      <c:pt idx="207">
                        <c:v>2025</c:v>
                      </c:pt>
                      <c:pt idx="208">
                        <c:v>2025</c:v>
                      </c:pt>
                      <c:pt idx="209">
                        <c:v>2025</c:v>
                      </c:pt>
                      <c:pt idx="210">
                        <c:v>2025</c:v>
                      </c:pt>
                      <c:pt idx="211">
                        <c:v>2025</c:v>
                      </c:pt>
                      <c:pt idx="212">
                        <c:v>2025</c:v>
                      </c:pt>
                      <c:pt idx="213">
                        <c:v>2025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Лист4!$B$9:$HG$9</c15:sqref>
                        </c15:formulaRef>
                      </c:ext>
                    </c:extLst>
                    <c:numCache>
                      <c:formatCode>_-* #\ ##0\ _₽_-;\-* #\ ##0\ _₽_-;_-* "-"??\ _₽_-;_-@_-</c:formatCode>
                      <c:ptCount val="214"/>
                      <c:pt idx="0">
                        <c:v>1.4728142857142861</c:v>
                      </c:pt>
                      <c:pt idx="1">
                        <c:v>1.4759449999999998</c:v>
                      </c:pt>
                      <c:pt idx="2">
                        <c:v>1.5520190476190474</c:v>
                      </c:pt>
                      <c:pt idx="3">
                        <c:v>1.5753636363636367</c:v>
                      </c:pt>
                      <c:pt idx="4">
                        <c:v>1.5554142857142856</c:v>
                      </c:pt>
                      <c:pt idx="5">
                        <c:v>1.5561714285714285</c:v>
                      </c:pt>
                      <c:pt idx="6">
                        <c:v>1.5758636363636362</c:v>
                      </c:pt>
                      <c:pt idx="7">
                        <c:v>1.495538095238095</c:v>
                      </c:pt>
                      <c:pt idx="8">
                        <c:v>1.4341666666666668</c:v>
                      </c:pt>
                      <c:pt idx="9">
                        <c:v>1.3266272727272725</c:v>
                      </c:pt>
                      <c:pt idx="10">
                        <c:v>1.2744222222222223</c:v>
                      </c:pt>
                      <c:pt idx="11">
                        <c:v>1.3511454545454544</c:v>
                      </c:pt>
                      <c:pt idx="12">
                        <c:v>1.3244450000000001</c:v>
                      </c:pt>
                      <c:pt idx="13">
                        <c:v>1.2796842105263155</c:v>
                      </c:pt>
                      <c:pt idx="14">
                        <c:v>1.3050318181818183</c:v>
                      </c:pt>
                      <c:pt idx="15">
                        <c:v>1.3198909090909092</c:v>
                      </c:pt>
                      <c:pt idx="16">
                        <c:v>1.3645850000000002</c:v>
                      </c:pt>
                      <c:pt idx="17">
                        <c:v>1.4014454545454544</c:v>
                      </c:pt>
                      <c:pt idx="18">
                        <c:v>1.4091652173913041</c:v>
                      </c:pt>
                      <c:pt idx="19">
                        <c:v>1.4266238095238095</c:v>
                      </c:pt>
                      <c:pt idx="20">
                        <c:v>1.457514285714286</c:v>
                      </c:pt>
                      <c:pt idx="21">
                        <c:v>1.4821142857142857</c:v>
                      </c:pt>
                      <c:pt idx="22">
                        <c:v>1.4907526315789477</c:v>
                      </c:pt>
                      <c:pt idx="23">
                        <c:v>1.4578545454545455</c:v>
                      </c:pt>
                      <c:pt idx="24">
                        <c:v>1.4265736842105263</c:v>
                      </c:pt>
                      <c:pt idx="25">
                        <c:v>1.3679947368421053</c:v>
                      </c:pt>
                      <c:pt idx="26">
                        <c:v>1.3570043478260869</c:v>
                      </c:pt>
                      <c:pt idx="27">
                        <c:v>1.3416818181818182</c:v>
                      </c:pt>
                      <c:pt idx="28">
                        <c:v>1.2563150000000001</c:v>
                      </c:pt>
                      <c:pt idx="29">
                        <c:v>1.2223363636363633</c:v>
                      </c:pt>
                      <c:pt idx="30">
                        <c:v>1.2810571428571431</c:v>
                      </c:pt>
                      <c:pt idx="31">
                        <c:v>1.2902909090909089</c:v>
                      </c:pt>
                      <c:pt idx="32">
                        <c:v>1.3102857142857143</c:v>
                      </c:pt>
                      <c:pt idx="33">
                        <c:v>1.3900950000000001</c:v>
                      </c:pt>
                      <c:pt idx="34">
                        <c:v>1.3654249999999999</c:v>
                      </c:pt>
                      <c:pt idx="35">
                        <c:v>1.3221333333333332</c:v>
                      </c:pt>
                      <c:pt idx="36">
                        <c:v>1.3370650000000002</c:v>
                      </c:pt>
                      <c:pt idx="37">
                        <c:v>1.3655894736842105</c:v>
                      </c:pt>
                      <c:pt idx="38">
                        <c:v>1.4019826086956524</c:v>
                      </c:pt>
                      <c:pt idx="39">
                        <c:v>1.4459761904761903</c:v>
                      </c:pt>
                      <c:pt idx="40">
                        <c:v>1.4334523809523807</c:v>
                      </c:pt>
                      <c:pt idx="41">
                        <c:v>1.4402863636363639</c:v>
                      </c:pt>
                      <c:pt idx="42">
                        <c:v>1.4275</c:v>
                      </c:pt>
                      <c:pt idx="43">
                        <c:v>1.4333173913043478</c:v>
                      </c:pt>
                      <c:pt idx="44">
                        <c:v>1.3746714285714288</c:v>
                      </c:pt>
                      <c:pt idx="45">
                        <c:v>1.3732450000000003</c:v>
                      </c:pt>
                      <c:pt idx="46">
                        <c:v>1.3557600000000001</c:v>
                      </c:pt>
                      <c:pt idx="47">
                        <c:v>1.3154571428571429</c:v>
                      </c:pt>
                      <c:pt idx="48">
                        <c:v>1.2909849999999996</c:v>
                      </c:pt>
                      <c:pt idx="49">
                        <c:v>1.3238349999999997</c:v>
                      </c:pt>
                      <c:pt idx="50">
                        <c:v>1.3207499999999996</c:v>
                      </c:pt>
                      <c:pt idx="51">
                        <c:v>1.3160190476190474</c:v>
                      </c:pt>
                      <c:pt idx="52">
                        <c:v>1.2806454545454542</c:v>
                      </c:pt>
                      <c:pt idx="53">
                        <c:v>1.2541333333333335</c:v>
                      </c:pt>
                      <c:pt idx="54">
                        <c:v>1.2277619047619051</c:v>
                      </c:pt>
                      <c:pt idx="55">
                        <c:v>1.2406217391304348</c:v>
                      </c:pt>
                      <c:pt idx="56">
                        <c:v>1.2884578947368421</c:v>
                      </c:pt>
                      <c:pt idx="57">
                        <c:v>1.2973818181818182</c:v>
                      </c:pt>
                      <c:pt idx="58">
                        <c:v>1.2837400000000001</c:v>
                      </c:pt>
                      <c:pt idx="59">
                        <c:v>1.3119450000000001</c:v>
                      </c:pt>
                      <c:pt idx="60">
                        <c:v>1.3303904761904763</c:v>
                      </c:pt>
                      <c:pt idx="61">
                        <c:v>1.3346736842105265</c:v>
                      </c:pt>
                      <c:pt idx="62">
                        <c:v>1.2953142857142854</c:v>
                      </c:pt>
                      <c:pt idx="63">
                        <c:v>1.3025181818181819</c:v>
                      </c:pt>
                      <c:pt idx="64">
                        <c:v>1.2983136363636363</c:v>
                      </c:pt>
                      <c:pt idx="65">
                        <c:v>1.319715</c:v>
                      </c:pt>
                      <c:pt idx="66">
                        <c:v>1.3087863636363635</c:v>
                      </c:pt>
                      <c:pt idx="67">
                        <c:v>1.3313545454545457</c:v>
                      </c:pt>
                      <c:pt idx="68">
                        <c:v>1.3364150000000001</c:v>
                      </c:pt>
                      <c:pt idx="69">
                        <c:v>1.364590909090909</c:v>
                      </c:pt>
                      <c:pt idx="70">
                        <c:v>1.3490842105263159</c:v>
                      </c:pt>
                      <c:pt idx="71">
                        <c:v>1.3707999999999998</c:v>
                      </c:pt>
                      <c:pt idx="72">
                        <c:v>1.3617952380952381</c:v>
                      </c:pt>
                      <c:pt idx="73">
                        <c:v>1.366521052631579</c:v>
                      </c:pt>
                      <c:pt idx="74">
                        <c:v>1.3828190476190474</c:v>
                      </c:pt>
                      <c:pt idx="75">
                        <c:v>1.3810181818181819</c:v>
                      </c:pt>
                      <c:pt idx="76">
                        <c:v>1.3738523809523813</c:v>
                      </c:pt>
                      <c:pt idx="77">
                        <c:v>1.3594857142857142</c:v>
                      </c:pt>
                      <c:pt idx="78">
                        <c:v>1.3533363636363638</c:v>
                      </c:pt>
                      <c:pt idx="79">
                        <c:v>1.3315238095238091</c:v>
                      </c:pt>
                      <c:pt idx="80">
                        <c:v>1.2889095238095238</c:v>
                      </c:pt>
                      <c:pt idx="81">
                        <c:v>1.267731818181818</c:v>
                      </c:pt>
                      <c:pt idx="82">
                        <c:v>1.24725</c:v>
                      </c:pt>
                      <c:pt idx="83">
                        <c:v>1.2329190476190479</c:v>
                      </c:pt>
                      <c:pt idx="84">
                        <c:v>1.1614900000000001</c:v>
                      </c:pt>
                      <c:pt idx="85">
                        <c:v>1.1350263157894738</c:v>
                      </c:pt>
                      <c:pt idx="86">
                        <c:v>1.0819454545454545</c:v>
                      </c:pt>
                      <c:pt idx="87">
                        <c:v>1.0822045454545453</c:v>
                      </c:pt>
                      <c:pt idx="88">
                        <c:v>1.116735</c:v>
                      </c:pt>
                      <c:pt idx="89">
                        <c:v>1.1225590909090906</c:v>
                      </c:pt>
                      <c:pt idx="90">
                        <c:v>1.0997409090909089</c:v>
                      </c:pt>
                      <c:pt idx="91">
                        <c:v>1.1136142857142857</c:v>
                      </c:pt>
                      <c:pt idx="92">
                        <c:v>1.1228523809523807</c:v>
                      </c:pt>
                      <c:pt idx="93">
                        <c:v>1.1227952380952382</c:v>
                      </c:pt>
                      <c:pt idx="94">
                        <c:v>1.0726578947368421</c:v>
                      </c:pt>
                      <c:pt idx="95">
                        <c:v>1.0888681818181818</c:v>
                      </c:pt>
                      <c:pt idx="96">
                        <c:v>1.085505263157895</c:v>
                      </c:pt>
                      <c:pt idx="97">
                        <c:v>1.1092300000000002</c:v>
                      </c:pt>
                      <c:pt idx="98">
                        <c:v>1.1133521739130434</c:v>
                      </c:pt>
                      <c:pt idx="99">
                        <c:v>1.1345666666666665</c:v>
                      </c:pt>
                      <c:pt idx="100">
                        <c:v>1.1312047619047618</c:v>
                      </c:pt>
                      <c:pt idx="101">
                        <c:v>1.1231772727272726</c:v>
                      </c:pt>
                      <c:pt idx="102">
                        <c:v>1.1054949999999999</c:v>
                      </c:pt>
                      <c:pt idx="103">
                        <c:v>1.1206521739130435</c:v>
                      </c:pt>
                      <c:pt idx="104">
                        <c:v>1.1217809523809525</c:v>
                      </c:pt>
                      <c:pt idx="105">
                        <c:v>1.1014399999999998</c:v>
                      </c:pt>
                      <c:pt idx="106">
                        <c:v>1.07918</c:v>
                      </c:pt>
                      <c:pt idx="107">
                        <c:v>1.0544619047619046</c:v>
                      </c:pt>
                      <c:pt idx="108">
                        <c:v>1.0634947368421053</c:v>
                      </c:pt>
                      <c:pt idx="109">
                        <c:v>1.0650210526315791</c:v>
                      </c:pt>
                      <c:pt idx="110">
                        <c:v>1.0691043478260873</c:v>
                      </c:pt>
                      <c:pt idx="111">
                        <c:v>1.0713800000000002</c:v>
                      </c:pt>
                      <c:pt idx="112">
                        <c:v>1.1049863636363637</c:v>
                      </c:pt>
                      <c:pt idx="113">
                        <c:v>1.1233</c:v>
                      </c:pt>
                      <c:pt idx="114">
                        <c:v>1.1530150000000001</c:v>
                      </c:pt>
                      <c:pt idx="115">
                        <c:v>1.1812913043478259</c:v>
                      </c:pt>
                      <c:pt idx="116">
                        <c:v>1.1913349999999998</c:v>
                      </c:pt>
                      <c:pt idx="117">
                        <c:v>1.1755476190476193</c:v>
                      </c:pt>
                      <c:pt idx="118">
                        <c:v>1.1742949999999996</c:v>
                      </c:pt>
                      <c:pt idx="119">
                        <c:v>1.1836150000000001</c:v>
                      </c:pt>
                      <c:pt idx="120">
                        <c:v>1.2196523809523807</c:v>
                      </c:pt>
                      <c:pt idx="121">
                        <c:v>1.2339684210526318</c:v>
                      </c:pt>
                      <c:pt idx="122">
                        <c:v>1.2333954545454546</c:v>
                      </c:pt>
                      <c:pt idx="123">
                        <c:v>1.226952380952381</c:v>
                      </c:pt>
                      <c:pt idx="124">
                        <c:v>1.1822636363636365</c:v>
                      </c:pt>
                      <c:pt idx="125">
                        <c:v>1.1679142857142857</c:v>
                      </c:pt>
                      <c:pt idx="126">
                        <c:v>1.1684619047619051</c:v>
                      </c:pt>
                      <c:pt idx="127">
                        <c:v>1.1546608695652176</c:v>
                      </c:pt>
                      <c:pt idx="128">
                        <c:v>1.166694736842105</c:v>
                      </c:pt>
                      <c:pt idx="129">
                        <c:v>1.1487590909090908</c:v>
                      </c:pt>
                      <c:pt idx="130">
                        <c:v>1.13639</c:v>
                      </c:pt>
                      <c:pt idx="131">
                        <c:v>1.138038888888889</c:v>
                      </c:pt>
                      <c:pt idx="132">
                        <c:v>1.1417899999999999</c:v>
                      </c:pt>
                      <c:pt idx="133">
                        <c:v>1.1349444444444443</c:v>
                      </c:pt>
                      <c:pt idx="134">
                        <c:v>1.1296142857142857</c:v>
                      </c:pt>
                      <c:pt idx="135">
                        <c:v>1.1234000000000002</c:v>
                      </c:pt>
                      <c:pt idx="136">
                        <c:v>1.1186909090909087</c:v>
                      </c:pt>
                      <c:pt idx="137">
                        <c:v>1.1295149999999998</c:v>
                      </c:pt>
                      <c:pt idx="138">
                        <c:v>1.1211454545454544</c:v>
                      </c:pt>
                      <c:pt idx="139">
                        <c:v>1.1128681818181818</c:v>
                      </c:pt>
                      <c:pt idx="140">
                        <c:v>1.1011200000000001</c:v>
                      </c:pt>
                      <c:pt idx="141">
                        <c:v>1.1058181818181818</c:v>
                      </c:pt>
                      <c:pt idx="142">
                        <c:v>1.1050578947368421</c:v>
                      </c:pt>
                      <c:pt idx="143">
                        <c:v>1.1113666666666668</c:v>
                      </c:pt>
                      <c:pt idx="144">
                        <c:v>1.1097666666666666</c:v>
                      </c:pt>
                      <c:pt idx="145">
                        <c:v>1.0910736842105262</c:v>
                      </c:pt>
                      <c:pt idx="146">
                        <c:v>1.1045909090909092</c:v>
                      </c:pt>
                      <c:pt idx="147">
                        <c:v>1.0871090909090906</c:v>
                      </c:pt>
                      <c:pt idx="148">
                        <c:v>1.0907300000000004</c:v>
                      </c:pt>
                      <c:pt idx="149">
                        <c:v>1.1258999999999999</c:v>
                      </c:pt>
                      <c:pt idx="150">
                        <c:v>1.1488272727272728</c:v>
                      </c:pt>
                      <c:pt idx="151">
                        <c:v>1.1831142857142858</c:v>
                      </c:pt>
                      <c:pt idx="152">
                        <c:v>1.1785095238095238</c:v>
                      </c:pt>
                      <c:pt idx="153">
                        <c:v>1.1767809523809525</c:v>
                      </c:pt>
                      <c:pt idx="154">
                        <c:v>1.1826277777777778</c:v>
                      </c:pt>
                      <c:pt idx="155">
                        <c:v>1.2167999999999999</c:v>
                      </c:pt>
                      <c:pt idx="156">
                        <c:v>1.2177666666666667</c:v>
                      </c:pt>
                      <c:pt idx="157">
                        <c:v>1.2093947368421052</c:v>
                      </c:pt>
                      <c:pt idx="158">
                        <c:v>1.1901608695652175</c:v>
                      </c:pt>
                      <c:pt idx="159">
                        <c:v>1.1965409090909089</c:v>
                      </c:pt>
                      <c:pt idx="160">
                        <c:v>1.2146300000000001</c:v>
                      </c:pt>
                      <c:pt idx="161">
                        <c:v>1.2048272727272726</c:v>
                      </c:pt>
                      <c:pt idx="162">
                        <c:v>1.1821380952380953</c:v>
                      </c:pt>
                      <c:pt idx="163">
                        <c:v>1.1766954545454549</c:v>
                      </c:pt>
                      <c:pt idx="164">
                        <c:v>1.1764904761904762</c:v>
                      </c:pt>
                      <c:pt idx="165">
                        <c:v>1.1599850000000003</c:v>
                      </c:pt>
                      <c:pt idx="166">
                        <c:v>1.1415899999999997</c:v>
                      </c:pt>
                      <c:pt idx="167">
                        <c:v>1.1300809523809523</c:v>
                      </c:pt>
                      <c:pt idx="168">
                        <c:v>1.131675</c:v>
                      </c:pt>
                      <c:pt idx="169">
                        <c:v>1.1349052631578946</c:v>
                      </c:pt>
                      <c:pt idx="170">
                        <c:v>1.1018521739130436</c:v>
                      </c:pt>
                      <c:pt idx="171">
                        <c:v>1.080295238095238</c:v>
                      </c:pt>
                      <c:pt idx="172">
                        <c:v>1.0567190476190478</c:v>
                      </c:pt>
                      <c:pt idx="173">
                        <c:v>1.0567190476190476</c:v>
                      </c:pt>
                      <c:pt idx="174">
                        <c:v>1.0168250000000003</c:v>
                      </c:pt>
                      <c:pt idx="175">
                        <c:v>1.012878260869565</c:v>
                      </c:pt>
                      <c:pt idx="176">
                        <c:v>0.98988095238095242</c:v>
                      </c:pt>
                      <c:pt idx="177">
                        <c:v>0.98529500000000003</c:v>
                      </c:pt>
                      <c:pt idx="178">
                        <c:v>1.0191899999999998</c:v>
                      </c:pt>
                      <c:pt idx="179">
                        <c:v>1.0590666666666668</c:v>
                      </c:pt>
                      <c:pt idx="180">
                        <c:v>1.0776899999999998</c:v>
                      </c:pt>
                      <c:pt idx="181">
                        <c:v>1.0702263157894736</c:v>
                      </c:pt>
                      <c:pt idx="182">
                        <c:v>1.0711347826086957</c:v>
                      </c:pt>
                      <c:pt idx="183">
                        <c:v>1.0961999999999998</c:v>
                      </c:pt>
                      <c:pt idx="184">
                        <c:v>1.0867090909090911</c:v>
                      </c:pt>
                      <c:pt idx="185">
                        <c:v>1.0840285714285713</c:v>
                      </c:pt>
                      <c:pt idx="186">
                        <c:v>1.10669</c:v>
                      </c:pt>
                      <c:pt idx="187">
                        <c:v>1.0910000000000004</c:v>
                      </c:pt>
                      <c:pt idx="188">
                        <c:v>1.067175</c:v>
                      </c:pt>
                      <c:pt idx="189">
                        <c:v>1.056457142857143</c:v>
                      </c:pt>
                      <c:pt idx="190">
                        <c:v>1.0819300000000001</c:v>
                      </c:pt>
                      <c:pt idx="191">
                        <c:v>1.09094</c:v>
                      </c:pt>
                      <c:pt idx="192">
                        <c:v>1.0898904761904762</c:v>
                      </c:pt>
                      <c:pt idx="193">
                        <c:v>1.0792999999999997</c:v>
                      </c:pt>
                      <c:pt idx="194">
                        <c:v>1.0870190476190476</c:v>
                      </c:pt>
                      <c:pt idx="195">
                        <c:v>1.0723909090909092</c:v>
                      </c:pt>
                      <c:pt idx="196">
                        <c:v>1.0810136363636362</c:v>
                      </c:pt>
                      <c:pt idx="197">
                        <c:v>1.0763263157894738</c:v>
                      </c:pt>
                      <c:pt idx="198">
                        <c:v>1.084659090909091</c:v>
                      </c:pt>
                      <c:pt idx="199">
                        <c:v>1.1020181818181818</c:v>
                      </c:pt>
                      <c:pt idx="200">
                        <c:v>1.1104249999999998</c:v>
                      </c:pt>
                      <c:pt idx="201">
                        <c:v>1.08945</c:v>
                      </c:pt>
                      <c:pt idx="202">
                        <c:v>1.0621315789473684</c:v>
                      </c:pt>
                      <c:pt idx="203">
                        <c:v>1.047233333333333</c:v>
                      </c:pt>
                      <c:pt idx="204">
                        <c:v>1.0355904761904762</c:v>
                      </c:pt>
                      <c:pt idx="205">
                        <c:v>1.0412999999999999</c:v>
                      </c:pt>
                      <c:pt idx="206">
                        <c:v>1.0813142857142857</c:v>
                      </c:pt>
                      <c:pt idx="207">
                        <c:v>1.1231772727272726</c:v>
                      </c:pt>
                      <c:pt idx="208">
                        <c:v>1.1273666666666666</c:v>
                      </c:pt>
                      <c:pt idx="209">
                        <c:v>1.153365</c:v>
                      </c:pt>
                      <c:pt idx="210">
                        <c:v>1.1670818181818186</c:v>
                      </c:pt>
                      <c:pt idx="211">
                        <c:v>1.1647476190476191</c:v>
                      </c:pt>
                      <c:pt idx="212">
                        <c:v>1.1738714285714287</c:v>
                      </c:pt>
                      <c:pt idx="213">
                        <c:v>1.1648941176470589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FF07-4FA6-89FB-A39F7F2F58AB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3"/>
          <c:order val="3"/>
          <c:tx>
            <c:strRef>
              <c:f>Лист4!$A$6</c:f>
              <c:strCache>
                <c:ptCount val="1"/>
                <c:pt idx="0">
                  <c:v>Effective Fed Funds Rate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Лист4!$B$6:$HG$6</c:f>
              <c:numCache>
                <c:formatCode>_-* #\ ##0\ _₽_-;\-* #\ ##0\ _₽_-;_-* "-"??\ _₽_-;_-@_-</c:formatCode>
                <c:ptCount val="214"/>
                <c:pt idx="0">
                  <c:v>3.9314285714285715</c:v>
                </c:pt>
                <c:pt idx="1">
                  <c:v>2.9624999999999995</c:v>
                </c:pt>
                <c:pt idx="2">
                  <c:v>2.6028571428571423</c:v>
                </c:pt>
                <c:pt idx="3">
                  <c:v>2.2677272727272726</c:v>
                </c:pt>
                <c:pt idx="4">
                  <c:v>1.993333333333333</c:v>
                </c:pt>
                <c:pt idx="5">
                  <c:v>2.0014285714285713</c:v>
                </c:pt>
                <c:pt idx="6">
                  <c:v>2.019090909090909</c:v>
                </c:pt>
                <c:pt idx="7">
                  <c:v>1.9861904761904763</c:v>
                </c:pt>
                <c:pt idx="8">
                  <c:v>1.8642857142857143</c:v>
                </c:pt>
                <c:pt idx="9">
                  <c:v>1.0172727272727273</c:v>
                </c:pt>
                <c:pt idx="10">
                  <c:v>0.38722222222222225</c:v>
                </c:pt>
                <c:pt idx="11">
                  <c:v>0.17090909090909087</c:v>
                </c:pt>
                <c:pt idx="12">
                  <c:v>0.15699999999999997</c:v>
                </c:pt>
                <c:pt idx="13">
                  <c:v>0.22368421052631579</c:v>
                </c:pt>
                <c:pt idx="14">
                  <c:v>0.18272727272727274</c:v>
                </c:pt>
                <c:pt idx="15">
                  <c:v>0.1531818181818182</c:v>
                </c:pt>
                <c:pt idx="16">
                  <c:v>0.17449999999999996</c:v>
                </c:pt>
                <c:pt idx="17">
                  <c:v>0.20772727272727273</c:v>
                </c:pt>
                <c:pt idx="18">
                  <c:v>0.15695652173913041</c:v>
                </c:pt>
                <c:pt idx="19">
                  <c:v>0.16047619047619047</c:v>
                </c:pt>
                <c:pt idx="20">
                  <c:v>0.14619047619047615</c:v>
                </c:pt>
                <c:pt idx="21">
                  <c:v>0.11761904761904762</c:v>
                </c:pt>
                <c:pt idx="22">
                  <c:v>0.12000000000000001</c:v>
                </c:pt>
                <c:pt idx="23">
                  <c:v>0.11863636363636364</c:v>
                </c:pt>
                <c:pt idx="24">
                  <c:v>0.1168421052631579</c:v>
                </c:pt>
                <c:pt idx="25">
                  <c:v>0.12631578947368424</c:v>
                </c:pt>
                <c:pt idx="26">
                  <c:v>0.16173913043478264</c:v>
                </c:pt>
                <c:pt idx="27">
                  <c:v>0.19772727272727278</c:v>
                </c:pt>
                <c:pt idx="28">
                  <c:v>0.20250000000000004</c:v>
                </c:pt>
                <c:pt idx="29">
                  <c:v>0.17636363636363636</c:v>
                </c:pt>
                <c:pt idx="30">
                  <c:v>0.18190476190476193</c:v>
                </c:pt>
                <c:pt idx="31">
                  <c:v>0.18954545454545454</c:v>
                </c:pt>
                <c:pt idx="32">
                  <c:v>0.19380952380952382</c:v>
                </c:pt>
                <c:pt idx="33">
                  <c:v>0.19049999999999997</c:v>
                </c:pt>
                <c:pt idx="34">
                  <c:v>0.19500000000000003</c:v>
                </c:pt>
                <c:pt idx="35">
                  <c:v>0.18347826086956526</c:v>
                </c:pt>
                <c:pt idx="36">
                  <c:v>0.17299999999999999</c:v>
                </c:pt>
                <c:pt idx="37">
                  <c:v>0.15789473684210523</c:v>
                </c:pt>
                <c:pt idx="38">
                  <c:v>0.13826086956521741</c:v>
                </c:pt>
                <c:pt idx="39">
                  <c:v>9.5714285714285752E-2</c:v>
                </c:pt>
                <c:pt idx="40">
                  <c:v>9.3333333333333365E-2</c:v>
                </c:pt>
                <c:pt idx="41">
                  <c:v>9.0909090909090925E-2</c:v>
                </c:pt>
                <c:pt idx="42">
                  <c:v>6.8000000000000033E-2</c:v>
                </c:pt>
                <c:pt idx="43">
                  <c:v>9.7826086956521771E-2</c:v>
                </c:pt>
                <c:pt idx="44">
                  <c:v>8.3809523809523834E-2</c:v>
                </c:pt>
                <c:pt idx="45">
                  <c:v>7.2000000000000036E-2</c:v>
                </c:pt>
                <c:pt idx="46">
                  <c:v>8.2000000000000017E-2</c:v>
                </c:pt>
                <c:pt idx="47">
                  <c:v>7.1428571428571466E-2</c:v>
                </c:pt>
                <c:pt idx="48">
                  <c:v>8.450000000000002E-2</c:v>
                </c:pt>
                <c:pt idx="49">
                  <c:v>0.10500000000000002</c:v>
                </c:pt>
                <c:pt idx="50">
                  <c:v>0.12727272727272726</c:v>
                </c:pt>
                <c:pt idx="51">
                  <c:v>0.14523809523809522</c:v>
                </c:pt>
                <c:pt idx="52">
                  <c:v>0.15636363636363637</c:v>
                </c:pt>
                <c:pt idx="53">
                  <c:v>0.16190476190476188</c:v>
                </c:pt>
                <c:pt idx="54">
                  <c:v>0.15857142857142856</c:v>
                </c:pt>
                <c:pt idx="55">
                  <c:v>0.1321739130434782</c:v>
                </c:pt>
                <c:pt idx="56">
                  <c:v>0.14947368421052629</c:v>
                </c:pt>
                <c:pt idx="57">
                  <c:v>0.15909090909090909</c:v>
                </c:pt>
                <c:pt idx="58">
                  <c:v>0.16100000000000003</c:v>
                </c:pt>
                <c:pt idx="59">
                  <c:v>0.16299999999999998</c:v>
                </c:pt>
                <c:pt idx="60">
                  <c:v>0.14428571428571432</c:v>
                </c:pt>
                <c:pt idx="61">
                  <c:v>0.14210526315789473</c:v>
                </c:pt>
                <c:pt idx="62">
                  <c:v>0.14619047619047615</c:v>
                </c:pt>
                <c:pt idx="63">
                  <c:v>0.14499999999999996</c:v>
                </c:pt>
                <c:pt idx="64">
                  <c:v>0.10863636363636364</c:v>
                </c:pt>
                <c:pt idx="65">
                  <c:v>9.5500000000000029E-2</c:v>
                </c:pt>
                <c:pt idx="66">
                  <c:v>9.2272727272727298E-2</c:v>
                </c:pt>
                <c:pt idx="67">
                  <c:v>8.2727272727272746E-2</c:v>
                </c:pt>
                <c:pt idx="68">
                  <c:v>8.1000000000000016E-2</c:v>
                </c:pt>
                <c:pt idx="69">
                  <c:v>8.5454545454545491E-2</c:v>
                </c:pt>
                <c:pt idx="70">
                  <c:v>8.473684210526318E-2</c:v>
                </c:pt>
                <c:pt idx="71">
                  <c:v>8.619047619047622E-2</c:v>
                </c:pt>
                <c:pt idx="72">
                  <c:v>7.1428571428571466E-2</c:v>
                </c:pt>
                <c:pt idx="73">
                  <c:v>6.7368421052631619E-2</c:v>
                </c:pt>
                <c:pt idx="74">
                  <c:v>7.9047619047619061E-2</c:v>
                </c:pt>
                <c:pt idx="75">
                  <c:v>9.0454545454545482E-2</c:v>
                </c:pt>
                <c:pt idx="76">
                  <c:v>8.7142857142857161E-2</c:v>
                </c:pt>
                <c:pt idx="77">
                  <c:v>9.5714285714285752E-2</c:v>
                </c:pt>
                <c:pt idx="78">
                  <c:v>9.1363636363636397E-2</c:v>
                </c:pt>
                <c:pt idx="79">
                  <c:v>8.904761904761907E-2</c:v>
                </c:pt>
                <c:pt idx="80">
                  <c:v>8.8571428571428593E-2</c:v>
                </c:pt>
                <c:pt idx="81">
                  <c:v>8.8636363636363666E-2</c:v>
                </c:pt>
                <c:pt idx="82">
                  <c:v>9.5000000000000029E-2</c:v>
                </c:pt>
                <c:pt idx="83">
                  <c:v>0.12136363636363633</c:v>
                </c:pt>
                <c:pt idx="84">
                  <c:v>0.11650000000000002</c:v>
                </c:pt>
                <c:pt idx="85">
                  <c:v>0.11368421052631585</c:v>
                </c:pt>
                <c:pt idx="86">
                  <c:v>0.11363636363636366</c:v>
                </c:pt>
                <c:pt idx="87">
                  <c:v>0.1245454545454545</c:v>
                </c:pt>
                <c:pt idx="88">
                  <c:v>0.12450000000000001</c:v>
                </c:pt>
                <c:pt idx="89">
                  <c:v>0.12863636363636363</c:v>
                </c:pt>
                <c:pt idx="90">
                  <c:v>0.13043478260869565</c:v>
                </c:pt>
                <c:pt idx="91">
                  <c:v>0.14190476190476189</c:v>
                </c:pt>
                <c:pt idx="92">
                  <c:v>0.13523809523809527</c:v>
                </c:pt>
                <c:pt idx="93">
                  <c:v>0.12428571428571428</c:v>
                </c:pt>
                <c:pt idx="94">
                  <c:v>0.11894736842105266</c:v>
                </c:pt>
                <c:pt idx="95">
                  <c:v>0.23181818181818181</c:v>
                </c:pt>
                <c:pt idx="96">
                  <c:v>0.36263157894736836</c:v>
                </c:pt>
                <c:pt idx="97">
                  <c:v>0.374</c:v>
                </c:pt>
                <c:pt idx="98">
                  <c:v>0.361304347826087</c:v>
                </c:pt>
                <c:pt idx="99">
                  <c:v>0.3666666666666667</c:v>
                </c:pt>
                <c:pt idx="100">
                  <c:v>0.36619047619047623</c:v>
                </c:pt>
                <c:pt idx="101">
                  <c:v>0.37681818181818189</c:v>
                </c:pt>
                <c:pt idx="102">
                  <c:v>0.39550000000000013</c:v>
                </c:pt>
                <c:pt idx="103">
                  <c:v>0.39565217391304364</c:v>
                </c:pt>
                <c:pt idx="104">
                  <c:v>0.39476190476190481</c:v>
                </c:pt>
                <c:pt idx="105">
                  <c:v>0.40250000000000014</c:v>
                </c:pt>
                <c:pt idx="106">
                  <c:v>0.40500000000000008</c:v>
                </c:pt>
                <c:pt idx="107">
                  <c:v>0.53571428571428581</c:v>
                </c:pt>
                <c:pt idx="108">
                  <c:v>0.65500000000000003</c:v>
                </c:pt>
                <c:pt idx="109">
                  <c:v>0.65526315789473688</c:v>
                </c:pt>
                <c:pt idx="110">
                  <c:v>0.78652173913043477</c:v>
                </c:pt>
                <c:pt idx="111">
                  <c:v>0.90599999999999992</c:v>
                </c:pt>
                <c:pt idx="112">
                  <c:v>0.90636363636363626</c:v>
                </c:pt>
                <c:pt idx="113">
                  <c:v>1.0418181818181818</c:v>
                </c:pt>
                <c:pt idx="114">
                  <c:v>1.1555</c:v>
                </c:pt>
                <c:pt idx="115">
                  <c:v>1.1560869565217391</c:v>
                </c:pt>
                <c:pt idx="116">
                  <c:v>1.1549999999999998</c:v>
                </c:pt>
                <c:pt idx="117">
                  <c:v>1.1557142857142857</c:v>
                </c:pt>
                <c:pt idx="118">
                  <c:v>1.1557142857142857</c:v>
                </c:pt>
                <c:pt idx="119">
                  <c:v>1.2985000000000002</c:v>
                </c:pt>
                <c:pt idx="120">
                  <c:v>1.4161904761904769</c:v>
                </c:pt>
                <c:pt idx="121">
                  <c:v>1.4163157894736849</c:v>
                </c:pt>
                <c:pt idx="122">
                  <c:v>1.5054545454545454</c:v>
                </c:pt>
                <c:pt idx="123">
                  <c:v>1.6923809523809523</c:v>
                </c:pt>
                <c:pt idx="124">
                  <c:v>1.7</c:v>
                </c:pt>
                <c:pt idx="125">
                  <c:v>1.8209523809523804</c:v>
                </c:pt>
                <c:pt idx="126">
                  <c:v>1.9099999999999993</c:v>
                </c:pt>
                <c:pt idx="127">
                  <c:v>1.9147826086956528</c:v>
                </c:pt>
                <c:pt idx="128">
                  <c:v>1.948947368421053</c:v>
                </c:pt>
                <c:pt idx="129">
                  <c:v>2.1881818181818193</c:v>
                </c:pt>
                <c:pt idx="130">
                  <c:v>2.1990000000000007</c:v>
                </c:pt>
                <c:pt idx="131">
                  <c:v>2.2669999999999995</c:v>
                </c:pt>
                <c:pt idx="132">
                  <c:v>2.3999999999999995</c:v>
                </c:pt>
                <c:pt idx="133">
                  <c:v>2.3999999999999995</c:v>
                </c:pt>
                <c:pt idx="134">
                  <c:v>2.4038095238095232</c:v>
                </c:pt>
                <c:pt idx="135">
                  <c:v>2.4231818181818179</c:v>
                </c:pt>
                <c:pt idx="136">
                  <c:v>2.392727272727273</c:v>
                </c:pt>
                <c:pt idx="137">
                  <c:v>2.3755000000000006</c:v>
                </c:pt>
                <c:pt idx="138">
                  <c:v>2.4027272727272724</c:v>
                </c:pt>
                <c:pt idx="139">
                  <c:v>2.1249999999999996</c:v>
                </c:pt>
                <c:pt idx="140">
                  <c:v>2.0524999999999993</c:v>
                </c:pt>
                <c:pt idx="141">
                  <c:v>1.8300000000000003</c:v>
                </c:pt>
                <c:pt idx="142">
                  <c:v>1.5526315789473688</c:v>
                </c:pt>
                <c:pt idx="143">
                  <c:v>1.5509523809523813</c:v>
                </c:pt>
                <c:pt idx="144">
                  <c:v>1.5519047619047621</c:v>
                </c:pt>
                <c:pt idx="145">
                  <c:v>1.5836842105263151</c:v>
                </c:pt>
                <c:pt idx="146">
                  <c:v>0.62545454545454537</c:v>
                </c:pt>
                <c:pt idx="147">
                  <c:v>4.8636363636363658E-2</c:v>
                </c:pt>
                <c:pt idx="148">
                  <c:v>5.000000000000001E-2</c:v>
                </c:pt>
                <c:pt idx="149">
                  <c:v>7.6818181818181841E-2</c:v>
                </c:pt>
                <c:pt idx="150">
                  <c:v>9.3478260869565247E-2</c:v>
                </c:pt>
                <c:pt idx="151">
                  <c:v>9.4761904761904797E-2</c:v>
                </c:pt>
                <c:pt idx="152">
                  <c:v>9.0000000000000024E-2</c:v>
                </c:pt>
                <c:pt idx="153">
                  <c:v>9.0000000000000024E-2</c:v>
                </c:pt>
                <c:pt idx="154">
                  <c:v>8.6842105263157915E-2</c:v>
                </c:pt>
                <c:pt idx="155">
                  <c:v>9.0000000000000024E-2</c:v>
                </c:pt>
                <c:pt idx="156">
                  <c:v>8.526315789473686E-2</c:v>
                </c:pt>
                <c:pt idx="157">
                  <c:v>7.5789473684210532E-2</c:v>
                </c:pt>
                <c:pt idx="158">
                  <c:v>6.956521739130439E-2</c:v>
                </c:pt>
                <c:pt idx="159">
                  <c:v>6.8636363636363676E-2</c:v>
                </c:pt>
                <c:pt idx="160">
                  <c:v>5.9500000000000032E-2</c:v>
                </c:pt>
                <c:pt idx="161">
                  <c:v>7.7272727272727312E-2</c:v>
                </c:pt>
                <c:pt idx="162">
                  <c:v>9.8571428571428588E-2</c:v>
                </c:pt>
                <c:pt idx="163">
                  <c:v>9.3181818181818213E-2</c:v>
                </c:pt>
                <c:pt idx="164">
                  <c:v>7.9047619047619061E-2</c:v>
                </c:pt>
                <c:pt idx="165">
                  <c:v>7.9500000000000015E-2</c:v>
                </c:pt>
                <c:pt idx="166">
                  <c:v>7.9500000000000015E-2</c:v>
                </c:pt>
                <c:pt idx="167">
                  <c:v>7.9565217391304371E-2</c:v>
                </c:pt>
                <c:pt idx="168">
                  <c:v>8.0000000000000016E-2</c:v>
                </c:pt>
                <c:pt idx="169">
                  <c:v>8.0000000000000016E-2</c:v>
                </c:pt>
                <c:pt idx="170">
                  <c:v>0.19956521739130434</c:v>
                </c:pt>
                <c:pt idx="171">
                  <c:v>0.33</c:v>
                </c:pt>
                <c:pt idx="172">
                  <c:v>0.75857142857142856</c:v>
                </c:pt>
                <c:pt idx="173">
                  <c:v>1.1871428571428568</c:v>
                </c:pt>
                <c:pt idx="174">
                  <c:v>1.6544999999999994</c:v>
                </c:pt>
                <c:pt idx="175">
                  <c:v>2.3299999999999987</c:v>
                </c:pt>
                <c:pt idx="176">
                  <c:v>2.5799999999999992</c:v>
                </c:pt>
                <c:pt idx="177">
                  <c:v>3.0799999999999992</c:v>
                </c:pt>
                <c:pt idx="178">
                  <c:v>3.754999999999999</c:v>
                </c:pt>
                <c:pt idx="179">
                  <c:v>4.091904761904761</c:v>
                </c:pt>
                <c:pt idx="180">
                  <c:v>4.3299999999999992</c:v>
                </c:pt>
                <c:pt idx="181">
                  <c:v>4.5652631578947362</c:v>
                </c:pt>
                <c:pt idx="182">
                  <c:v>4.6530434782608685</c:v>
                </c:pt>
                <c:pt idx="183">
                  <c:v>4.8299999999999992</c:v>
                </c:pt>
                <c:pt idx="184">
                  <c:v>5.04590909090909</c:v>
                </c:pt>
                <c:pt idx="185">
                  <c:v>5.0757142857142821</c:v>
                </c:pt>
                <c:pt idx="186">
                  <c:v>5.1169999999999991</c:v>
                </c:pt>
                <c:pt idx="187">
                  <c:v>5.3299999999999992</c:v>
                </c:pt>
                <c:pt idx="188">
                  <c:v>5.3299999999999992</c:v>
                </c:pt>
                <c:pt idx="189">
                  <c:v>5.3299999999999992</c:v>
                </c:pt>
                <c:pt idx="190">
                  <c:v>5.3299999999999992</c:v>
                </c:pt>
                <c:pt idx="191">
                  <c:v>5.3299999999999992</c:v>
                </c:pt>
                <c:pt idx="192">
                  <c:v>5.3299999999999992</c:v>
                </c:pt>
                <c:pt idx="193">
                  <c:v>5.3299999999999992</c:v>
                </c:pt>
                <c:pt idx="194">
                  <c:v>5.3299999999999992</c:v>
                </c:pt>
                <c:pt idx="195">
                  <c:v>5.3299999999999992</c:v>
                </c:pt>
                <c:pt idx="196">
                  <c:v>5.3299999999999992</c:v>
                </c:pt>
                <c:pt idx="197">
                  <c:v>5.3299999999999992</c:v>
                </c:pt>
                <c:pt idx="198">
                  <c:v>5.3299999999999992</c:v>
                </c:pt>
                <c:pt idx="199">
                  <c:v>5.3299999999999992</c:v>
                </c:pt>
                <c:pt idx="200">
                  <c:v>5.129999999999999</c:v>
                </c:pt>
                <c:pt idx="201">
                  <c:v>4.8299999999999992</c:v>
                </c:pt>
                <c:pt idx="202">
                  <c:v>4.6457894736842098</c:v>
                </c:pt>
                <c:pt idx="203">
                  <c:v>4.4847619047619034</c:v>
                </c:pt>
                <c:pt idx="204">
                  <c:v>4.3299999999999992</c:v>
                </c:pt>
                <c:pt idx="205">
                  <c:v>4.3299999999999992</c:v>
                </c:pt>
                <c:pt idx="206">
                  <c:v>4.3299999999999992</c:v>
                </c:pt>
                <c:pt idx="207">
                  <c:v>4.3299999999999992</c:v>
                </c:pt>
                <c:pt idx="208">
                  <c:v>4.3299999999999992</c:v>
                </c:pt>
                <c:pt idx="209">
                  <c:v>4.3299999999999992</c:v>
                </c:pt>
                <c:pt idx="210">
                  <c:v>4.3299999999999992</c:v>
                </c:pt>
                <c:pt idx="211">
                  <c:v>4.3299999999999992</c:v>
                </c:pt>
                <c:pt idx="212">
                  <c:v>4.2261904761904763</c:v>
                </c:pt>
                <c:pt idx="213">
                  <c:v>4.1022222222222222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07-4FA6-89FB-A39F7F2F58AB}"/>
            </c:ext>
          </c:extLst>
        </c:ser>
        <c:ser>
          <c:idx val="5"/>
          <c:order val="5"/>
          <c:tx>
            <c:strRef>
              <c:f>Лист4!$A$8</c:f>
              <c:strCache>
                <c:ptCount val="1"/>
                <c:pt idx="0">
                  <c:v>Unemployment Rate (SA)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Лист4!$B$8:$HG$8</c:f>
              <c:numCache>
                <c:formatCode>_-* #\ ##0\ _₽_-;\-* #\ ##0\ _₽_-;_-* "-"??\ _₽_-;_-@_-</c:formatCode>
                <c:ptCount val="214"/>
                <c:pt idx="0">
                  <c:v>5</c:v>
                </c:pt>
                <c:pt idx="1">
                  <c:v>4.9000000000000004</c:v>
                </c:pt>
                <c:pt idx="2">
                  <c:v>5.0999999999999996</c:v>
                </c:pt>
                <c:pt idx="3">
                  <c:v>5</c:v>
                </c:pt>
                <c:pt idx="4">
                  <c:v>5.4</c:v>
                </c:pt>
                <c:pt idx="5">
                  <c:v>5.6</c:v>
                </c:pt>
                <c:pt idx="6">
                  <c:v>5.8</c:v>
                </c:pt>
                <c:pt idx="7">
                  <c:v>6.1</c:v>
                </c:pt>
                <c:pt idx="8">
                  <c:v>6.1</c:v>
                </c:pt>
                <c:pt idx="9">
                  <c:v>6.5</c:v>
                </c:pt>
                <c:pt idx="10">
                  <c:v>6.8</c:v>
                </c:pt>
                <c:pt idx="11">
                  <c:v>7.3</c:v>
                </c:pt>
                <c:pt idx="12">
                  <c:v>7.8</c:v>
                </c:pt>
                <c:pt idx="13">
                  <c:v>8.3000000000000007</c:v>
                </c:pt>
                <c:pt idx="14">
                  <c:v>8.6999999999999993</c:v>
                </c:pt>
                <c:pt idx="15">
                  <c:v>9</c:v>
                </c:pt>
                <c:pt idx="16">
                  <c:v>9.4</c:v>
                </c:pt>
                <c:pt idx="17">
                  <c:v>9.5</c:v>
                </c:pt>
                <c:pt idx="18">
                  <c:v>9.5</c:v>
                </c:pt>
                <c:pt idx="19">
                  <c:v>9.6</c:v>
                </c:pt>
                <c:pt idx="20">
                  <c:v>9.8000000000000007</c:v>
                </c:pt>
                <c:pt idx="21">
                  <c:v>10</c:v>
                </c:pt>
                <c:pt idx="22">
                  <c:v>9.9</c:v>
                </c:pt>
                <c:pt idx="23">
                  <c:v>9.9</c:v>
                </c:pt>
                <c:pt idx="24">
                  <c:v>9.8000000000000007</c:v>
                </c:pt>
                <c:pt idx="25">
                  <c:v>9.8000000000000007</c:v>
                </c:pt>
                <c:pt idx="26">
                  <c:v>9.9</c:v>
                </c:pt>
                <c:pt idx="27">
                  <c:v>9.9</c:v>
                </c:pt>
                <c:pt idx="28">
                  <c:v>9.6</c:v>
                </c:pt>
                <c:pt idx="29">
                  <c:v>9.4</c:v>
                </c:pt>
                <c:pt idx="30">
                  <c:v>9.4</c:v>
                </c:pt>
                <c:pt idx="31">
                  <c:v>9.5</c:v>
                </c:pt>
                <c:pt idx="32">
                  <c:v>9.5</c:v>
                </c:pt>
                <c:pt idx="33">
                  <c:v>9.4</c:v>
                </c:pt>
                <c:pt idx="34">
                  <c:v>9.8000000000000007</c:v>
                </c:pt>
                <c:pt idx="35">
                  <c:v>9.3000000000000007</c:v>
                </c:pt>
                <c:pt idx="36">
                  <c:v>9.1</c:v>
                </c:pt>
                <c:pt idx="37">
                  <c:v>9</c:v>
                </c:pt>
                <c:pt idx="38">
                  <c:v>9</c:v>
                </c:pt>
                <c:pt idx="39">
                  <c:v>9.1</c:v>
                </c:pt>
                <c:pt idx="40">
                  <c:v>9</c:v>
                </c:pt>
                <c:pt idx="41">
                  <c:v>9.1</c:v>
                </c:pt>
                <c:pt idx="42">
                  <c:v>9</c:v>
                </c:pt>
                <c:pt idx="43">
                  <c:v>9</c:v>
                </c:pt>
                <c:pt idx="44">
                  <c:v>9</c:v>
                </c:pt>
                <c:pt idx="45">
                  <c:v>8.8000000000000007</c:v>
                </c:pt>
                <c:pt idx="46">
                  <c:v>8.6</c:v>
                </c:pt>
                <c:pt idx="47">
                  <c:v>8.5</c:v>
                </c:pt>
                <c:pt idx="48">
                  <c:v>8.3000000000000007</c:v>
                </c:pt>
                <c:pt idx="49">
                  <c:v>8.3000000000000007</c:v>
                </c:pt>
                <c:pt idx="50">
                  <c:v>8.1999999999999993</c:v>
                </c:pt>
                <c:pt idx="51">
                  <c:v>8.1999999999999993</c:v>
                </c:pt>
                <c:pt idx="52">
                  <c:v>8.1999999999999993</c:v>
                </c:pt>
                <c:pt idx="53">
                  <c:v>8.1999999999999993</c:v>
                </c:pt>
                <c:pt idx="54">
                  <c:v>8.1999999999999993</c:v>
                </c:pt>
                <c:pt idx="55">
                  <c:v>8.1</c:v>
                </c:pt>
                <c:pt idx="56">
                  <c:v>7.8</c:v>
                </c:pt>
                <c:pt idx="57">
                  <c:v>7.8</c:v>
                </c:pt>
                <c:pt idx="58">
                  <c:v>7.7</c:v>
                </c:pt>
                <c:pt idx="59">
                  <c:v>7.9</c:v>
                </c:pt>
                <c:pt idx="60">
                  <c:v>8</c:v>
                </c:pt>
                <c:pt idx="61">
                  <c:v>7.7</c:v>
                </c:pt>
                <c:pt idx="62">
                  <c:v>7.5</c:v>
                </c:pt>
                <c:pt idx="63">
                  <c:v>7.6</c:v>
                </c:pt>
                <c:pt idx="64">
                  <c:v>7.5</c:v>
                </c:pt>
                <c:pt idx="65">
                  <c:v>7.5</c:v>
                </c:pt>
                <c:pt idx="66">
                  <c:v>7.3</c:v>
                </c:pt>
                <c:pt idx="67">
                  <c:v>7.2</c:v>
                </c:pt>
                <c:pt idx="68">
                  <c:v>7.2</c:v>
                </c:pt>
                <c:pt idx="69">
                  <c:v>7.2</c:v>
                </c:pt>
                <c:pt idx="70">
                  <c:v>6.9</c:v>
                </c:pt>
                <c:pt idx="71">
                  <c:v>6.7</c:v>
                </c:pt>
                <c:pt idx="72">
                  <c:v>6.6</c:v>
                </c:pt>
                <c:pt idx="73">
                  <c:v>6.7</c:v>
                </c:pt>
                <c:pt idx="74">
                  <c:v>6.7</c:v>
                </c:pt>
                <c:pt idx="75">
                  <c:v>6.2</c:v>
                </c:pt>
                <c:pt idx="76">
                  <c:v>6.3</c:v>
                </c:pt>
                <c:pt idx="77">
                  <c:v>6.1</c:v>
                </c:pt>
                <c:pt idx="78">
                  <c:v>6.2</c:v>
                </c:pt>
                <c:pt idx="79">
                  <c:v>6.1</c:v>
                </c:pt>
                <c:pt idx="80">
                  <c:v>5.9</c:v>
                </c:pt>
                <c:pt idx="81">
                  <c:v>5.7</c:v>
                </c:pt>
                <c:pt idx="82">
                  <c:v>5.8</c:v>
                </c:pt>
                <c:pt idx="83">
                  <c:v>5.6</c:v>
                </c:pt>
                <c:pt idx="84">
                  <c:v>5.7</c:v>
                </c:pt>
                <c:pt idx="85">
                  <c:v>5.5</c:v>
                </c:pt>
                <c:pt idx="86">
                  <c:v>5.4</c:v>
                </c:pt>
                <c:pt idx="87">
                  <c:v>5.4</c:v>
                </c:pt>
                <c:pt idx="88">
                  <c:v>5.6</c:v>
                </c:pt>
                <c:pt idx="89">
                  <c:v>5.3</c:v>
                </c:pt>
                <c:pt idx="90">
                  <c:v>5.2</c:v>
                </c:pt>
                <c:pt idx="91">
                  <c:v>5.0999999999999996</c:v>
                </c:pt>
                <c:pt idx="92">
                  <c:v>5</c:v>
                </c:pt>
                <c:pt idx="93">
                  <c:v>5</c:v>
                </c:pt>
                <c:pt idx="94">
                  <c:v>5.0999999999999996</c:v>
                </c:pt>
                <c:pt idx="95">
                  <c:v>5</c:v>
                </c:pt>
                <c:pt idx="96">
                  <c:v>4.8</c:v>
                </c:pt>
                <c:pt idx="97">
                  <c:v>4.9000000000000004</c:v>
                </c:pt>
                <c:pt idx="98">
                  <c:v>5</c:v>
                </c:pt>
                <c:pt idx="99">
                  <c:v>5.0999999999999996</c:v>
                </c:pt>
                <c:pt idx="100">
                  <c:v>4.8</c:v>
                </c:pt>
                <c:pt idx="101">
                  <c:v>4.9000000000000004</c:v>
                </c:pt>
                <c:pt idx="102">
                  <c:v>4.8</c:v>
                </c:pt>
                <c:pt idx="103">
                  <c:v>4.9000000000000004</c:v>
                </c:pt>
                <c:pt idx="104">
                  <c:v>5</c:v>
                </c:pt>
                <c:pt idx="105">
                  <c:v>4.9000000000000004</c:v>
                </c:pt>
                <c:pt idx="106">
                  <c:v>4.7</c:v>
                </c:pt>
                <c:pt idx="107">
                  <c:v>4.7</c:v>
                </c:pt>
                <c:pt idx="108">
                  <c:v>4.7</c:v>
                </c:pt>
                <c:pt idx="109">
                  <c:v>4.5999999999999996</c:v>
                </c:pt>
                <c:pt idx="110">
                  <c:v>4.4000000000000004</c:v>
                </c:pt>
                <c:pt idx="111">
                  <c:v>4.4000000000000004</c:v>
                </c:pt>
                <c:pt idx="112">
                  <c:v>4.4000000000000004</c:v>
                </c:pt>
                <c:pt idx="113">
                  <c:v>4.3</c:v>
                </c:pt>
                <c:pt idx="114">
                  <c:v>4.3</c:v>
                </c:pt>
                <c:pt idx="115">
                  <c:v>4.4000000000000004</c:v>
                </c:pt>
                <c:pt idx="116">
                  <c:v>4.3</c:v>
                </c:pt>
                <c:pt idx="117">
                  <c:v>4.2</c:v>
                </c:pt>
                <c:pt idx="118">
                  <c:v>4.2</c:v>
                </c:pt>
                <c:pt idx="119">
                  <c:v>4.0999999999999996</c:v>
                </c:pt>
                <c:pt idx="120">
                  <c:v>4</c:v>
                </c:pt>
                <c:pt idx="121">
                  <c:v>4.0999999999999996</c:v>
                </c:pt>
                <c:pt idx="122">
                  <c:v>4</c:v>
                </c:pt>
                <c:pt idx="123">
                  <c:v>4</c:v>
                </c:pt>
                <c:pt idx="124">
                  <c:v>3.8</c:v>
                </c:pt>
                <c:pt idx="125">
                  <c:v>4</c:v>
                </c:pt>
                <c:pt idx="126">
                  <c:v>3.8</c:v>
                </c:pt>
                <c:pt idx="127">
                  <c:v>3.8</c:v>
                </c:pt>
                <c:pt idx="128">
                  <c:v>3.7</c:v>
                </c:pt>
                <c:pt idx="129">
                  <c:v>3.8</c:v>
                </c:pt>
                <c:pt idx="130">
                  <c:v>3.8</c:v>
                </c:pt>
                <c:pt idx="131">
                  <c:v>3.9</c:v>
                </c:pt>
                <c:pt idx="132">
                  <c:v>4</c:v>
                </c:pt>
                <c:pt idx="133">
                  <c:v>3.8</c:v>
                </c:pt>
                <c:pt idx="134">
                  <c:v>3.8</c:v>
                </c:pt>
                <c:pt idx="135">
                  <c:v>3.7</c:v>
                </c:pt>
                <c:pt idx="136">
                  <c:v>3.6</c:v>
                </c:pt>
                <c:pt idx="137">
                  <c:v>3.6</c:v>
                </c:pt>
                <c:pt idx="138">
                  <c:v>3.7</c:v>
                </c:pt>
                <c:pt idx="139">
                  <c:v>3.6</c:v>
                </c:pt>
                <c:pt idx="140">
                  <c:v>3.5</c:v>
                </c:pt>
                <c:pt idx="141">
                  <c:v>3.6</c:v>
                </c:pt>
                <c:pt idx="142">
                  <c:v>3.6</c:v>
                </c:pt>
                <c:pt idx="143">
                  <c:v>3.6</c:v>
                </c:pt>
                <c:pt idx="144">
                  <c:v>3.6</c:v>
                </c:pt>
                <c:pt idx="145">
                  <c:v>3.5</c:v>
                </c:pt>
                <c:pt idx="146">
                  <c:v>4.4000000000000004</c:v>
                </c:pt>
                <c:pt idx="147">
                  <c:v>14.8</c:v>
                </c:pt>
                <c:pt idx="148">
                  <c:v>13.2</c:v>
                </c:pt>
                <c:pt idx="149">
                  <c:v>11</c:v>
                </c:pt>
                <c:pt idx="150">
                  <c:v>10.199999999999999</c:v>
                </c:pt>
                <c:pt idx="151">
                  <c:v>8.4</c:v>
                </c:pt>
                <c:pt idx="152">
                  <c:v>7.8</c:v>
                </c:pt>
                <c:pt idx="153">
                  <c:v>6.9</c:v>
                </c:pt>
                <c:pt idx="154">
                  <c:v>6.7</c:v>
                </c:pt>
                <c:pt idx="155">
                  <c:v>6.7</c:v>
                </c:pt>
                <c:pt idx="156">
                  <c:v>6.4</c:v>
                </c:pt>
                <c:pt idx="157">
                  <c:v>6.2</c:v>
                </c:pt>
                <c:pt idx="158">
                  <c:v>6.1</c:v>
                </c:pt>
                <c:pt idx="159">
                  <c:v>6.1</c:v>
                </c:pt>
                <c:pt idx="160">
                  <c:v>5.8</c:v>
                </c:pt>
                <c:pt idx="161">
                  <c:v>5.9</c:v>
                </c:pt>
                <c:pt idx="162">
                  <c:v>5.4</c:v>
                </c:pt>
                <c:pt idx="163">
                  <c:v>5.0999999999999996</c:v>
                </c:pt>
                <c:pt idx="164">
                  <c:v>4.7</c:v>
                </c:pt>
                <c:pt idx="165">
                  <c:v>4.5</c:v>
                </c:pt>
                <c:pt idx="166">
                  <c:v>4.2</c:v>
                </c:pt>
                <c:pt idx="167">
                  <c:v>3.9</c:v>
                </c:pt>
                <c:pt idx="168">
                  <c:v>4</c:v>
                </c:pt>
                <c:pt idx="169">
                  <c:v>3.8</c:v>
                </c:pt>
                <c:pt idx="170">
                  <c:v>3.7</c:v>
                </c:pt>
                <c:pt idx="171">
                  <c:v>3.7</c:v>
                </c:pt>
                <c:pt idx="172">
                  <c:v>3.6</c:v>
                </c:pt>
                <c:pt idx="173">
                  <c:v>3.6</c:v>
                </c:pt>
                <c:pt idx="174">
                  <c:v>3.5</c:v>
                </c:pt>
                <c:pt idx="175">
                  <c:v>3.6</c:v>
                </c:pt>
                <c:pt idx="176">
                  <c:v>3.5</c:v>
                </c:pt>
                <c:pt idx="177">
                  <c:v>3.6</c:v>
                </c:pt>
                <c:pt idx="178">
                  <c:v>3.6</c:v>
                </c:pt>
                <c:pt idx="179">
                  <c:v>3.5</c:v>
                </c:pt>
                <c:pt idx="180">
                  <c:v>3.5</c:v>
                </c:pt>
                <c:pt idx="181">
                  <c:v>3.6</c:v>
                </c:pt>
                <c:pt idx="182">
                  <c:v>3.5</c:v>
                </c:pt>
                <c:pt idx="183">
                  <c:v>3.4</c:v>
                </c:pt>
                <c:pt idx="184">
                  <c:v>3.6</c:v>
                </c:pt>
                <c:pt idx="185">
                  <c:v>3.6</c:v>
                </c:pt>
                <c:pt idx="186">
                  <c:v>3.5</c:v>
                </c:pt>
                <c:pt idx="187">
                  <c:v>3.7</c:v>
                </c:pt>
                <c:pt idx="188">
                  <c:v>3.8</c:v>
                </c:pt>
                <c:pt idx="189">
                  <c:v>3.9</c:v>
                </c:pt>
                <c:pt idx="190">
                  <c:v>3.7</c:v>
                </c:pt>
                <c:pt idx="191">
                  <c:v>3.8</c:v>
                </c:pt>
                <c:pt idx="192">
                  <c:v>3.7</c:v>
                </c:pt>
                <c:pt idx="193">
                  <c:v>3.9</c:v>
                </c:pt>
                <c:pt idx="194">
                  <c:v>3.9</c:v>
                </c:pt>
                <c:pt idx="195">
                  <c:v>3.9</c:v>
                </c:pt>
                <c:pt idx="196">
                  <c:v>4</c:v>
                </c:pt>
                <c:pt idx="197">
                  <c:v>4.0999999999999996</c:v>
                </c:pt>
                <c:pt idx="198">
                  <c:v>4.2</c:v>
                </c:pt>
                <c:pt idx="199">
                  <c:v>4.2</c:v>
                </c:pt>
                <c:pt idx="200">
                  <c:v>4.0999999999999996</c:v>
                </c:pt>
                <c:pt idx="201">
                  <c:v>4.0999999999999996</c:v>
                </c:pt>
                <c:pt idx="202">
                  <c:v>4.2</c:v>
                </c:pt>
                <c:pt idx="203">
                  <c:v>4.0999999999999996</c:v>
                </c:pt>
                <c:pt idx="204">
                  <c:v>4</c:v>
                </c:pt>
                <c:pt idx="205">
                  <c:v>4.0999999999999996</c:v>
                </c:pt>
                <c:pt idx="206">
                  <c:v>4.2</c:v>
                </c:pt>
                <c:pt idx="207">
                  <c:v>4.2</c:v>
                </c:pt>
                <c:pt idx="208">
                  <c:v>4.2</c:v>
                </c:pt>
                <c:pt idx="209">
                  <c:v>4.0999999999999996</c:v>
                </c:pt>
                <c:pt idx="210">
                  <c:v>4.2</c:v>
                </c:pt>
                <c:pt idx="211">
                  <c:v>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07-4FA6-89FB-A39F7F2F58AB}"/>
            </c:ext>
          </c:extLst>
        </c:ser>
        <c:ser>
          <c:idx val="7"/>
          <c:order val="7"/>
          <c:tx>
            <c:strRef>
              <c:f>Лист4!$A$10</c:f>
              <c:strCache>
                <c:ptCount val="1"/>
                <c:pt idx="0">
                  <c:v>UST 10Y Yield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Лист4!$B$10:$HG$10</c:f>
              <c:numCache>
                <c:formatCode>_-* #\ ##0\ _₽_-;\-* #\ ##0\ _₽_-;_-* "-"??\ _₽_-;_-@_-</c:formatCode>
                <c:ptCount val="214"/>
                <c:pt idx="0">
                  <c:v>3.7442857142857147</c:v>
                </c:pt>
                <c:pt idx="1">
                  <c:v>3.7374999999999998</c:v>
                </c:pt>
                <c:pt idx="2">
                  <c:v>3.5100000000000002</c:v>
                </c:pt>
                <c:pt idx="3">
                  <c:v>3.6749999999999998</c:v>
                </c:pt>
                <c:pt idx="4">
                  <c:v>3.8800000000000008</c:v>
                </c:pt>
                <c:pt idx="5">
                  <c:v>4.0995238095238085</c:v>
                </c:pt>
                <c:pt idx="6">
                  <c:v>4.0077272727272728</c:v>
                </c:pt>
                <c:pt idx="7">
                  <c:v>3.8857142857142861</c:v>
                </c:pt>
                <c:pt idx="8">
                  <c:v>3.6861904761904754</c:v>
                </c:pt>
                <c:pt idx="9">
                  <c:v>3.8140909090909094</c:v>
                </c:pt>
                <c:pt idx="10">
                  <c:v>3.5266666666666673</c:v>
                </c:pt>
                <c:pt idx="11">
                  <c:v>2.4163636363636374</c:v>
                </c:pt>
                <c:pt idx="12">
                  <c:v>2.5174999999999992</c:v>
                </c:pt>
                <c:pt idx="13">
                  <c:v>2.8700000000000006</c:v>
                </c:pt>
                <c:pt idx="14">
                  <c:v>2.8195454545454548</c:v>
                </c:pt>
                <c:pt idx="15">
                  <c:v>2.927142857142857</c:v>
                </c:pt>
                <c:pt idx="16">
                  <c:v>3.2930000000000006</c:v>
                </c:pt>
                <c:pt idx="17">
                  <c:v>3.7218181818181817</c:v>
                </c:pt>
                <c:pt idx="18">
                  <c:v>3.5622727272727275</c:v>
                </c:pt>
                <c:pt idx="19">
                  <c:v>3.5871428571428572</c:v>
                </c:pt>
                <c:pt idx="20">
                  <c:v>3.401904761904762</c:v>
                </c:pt>
                <c:pt idx="21">
                  <c:v>3.3876190476190478</c:v>
                </c:pt>
                <c:pt idx="22">
                  <c:v>3.4026315789473678</c:v>
                </c:pt>
                <c:pt idx="23">
                  <c:v>3.589999999999999</c:v>
                </c:pt>
                <c:pt idx="24">
                  <c:v>3.7331578947368427</c:v>
                </c:pt>
                <c:pt idx="25">
                  <c:v>3.6910526315789469</c:v>
                </c:pt>
                <c:pt idx="26">
                  <c:v>3.7273913043478255</c:v>
                </c:pt>
                <c:pt idx="27">
                  <c:v>3.8468181818181817</c:v>
                </c:pt>
                <c:pt idx="28">
                  <c:v>3.4199999999999995</c:v>
                </c:pt>
                <c:pt idx="29">
                  <c:v>3.2040909090909095</c:v>
                </c:pt>
                <c:pt idx="30">
                  <c:v>3.0114285714285716</c:v>
                </c:pt>
                <c:pt idx="31">
                  <c:v>2.6986363636363637</c:v>
                </c:pt>
                <c:pt idx="32">
                  <c:v>2.6476190476190475</c:v>
                </c:pt>
                <c:pt idx="33">
                  <c:v>2.54</c:v>
                </c:pt>
                <c:pt idx="34">
                  <c:v>2.7630000000000003</c:v>
                </c:pt>
                <c:pt idx="35">
                  <c:v>3.2909090909090906</c:v>
                </c:pt>
                <c:pt idx="36">
                  <c:v>3.3940000000000006</c:v>
                </c:pt>
                <c:pt idx="37">
                  <c:v>3.5763157894736834</c:v>
                </c:pt>
                <c:pt idx="38">
                  <c:v>3.414347826086956</c:v>
                </c:pt>
                <c:pt idx="39">
                  <c:v>3.4549999999999996</c:v>
                </c:pt>
                <c:pt idx="40">
                  <c:v>3.168571428571429</c:v>
                </c:pt>
                <c:pt idx="41">
                  <c:v>3.002272727272727</c:v>
                </c:pt>
                <c:pt idx="42">
                  <c:v>3.0030000000000001</c:v>
                </c:pt>
                <c:pt idx="43">
                  <c:v>2.3030434782608689</c:v>
                </c:pt>
                <c:pt idx="44">
                  <c:v>1.9752380952380955</c:v>
                </c:pt>
                <c:pt idx="45">
                  <c:v>2.1519999999999997</c:v>
                </c:pt>
                <c:pt idx="46">
                  <c:v>2.0134999999999996</c:v>
                </c:pt>
                <c:pt idx="47">
                  <c:v>1.9780952380952384</c:v>
                </c:pt>
                <c:pt idx="48">
                  <c:v>1.9664999999999995</c:v>
                </c:pt>
                <c:pt idx="49">
                  <c:v>1.9674999999999998</c:v>
                </c:pt>
                <c:pt idx="50">
                  <c:v>2.1727272727272724</c:v>
                </c:pt>
                <c:pt idx="51">
                  <c:v>2.0528571428571425</c:v>
                </c:pt>
                <c:pt idx="52">
                  <c:v>1.8031818181818189</c:v>
                </c:pt>
                <c:pt idx="53">
                  <c:v>1.6223809523809525</c:v>
                </c:pt>
                <c:pt idx="54">
                  <c:v>1.5266666666666664</c:v>
                </c:pt>
                <c:pt idx="55">
                  <c:v>1.6782608695652175</c:v>
                </c:pt>
                <c:pt idx="56">
                  <c:v>1.7231578947368422</c:v>
                </c:pt>
                <c:pt idx="57">
                  <c:v>1.7461904761904758</c:v>
                </c:pt>
                <c:pt idx="58">
                  <c:v>1.6539999999999999</c:v>
                </c:pt>
                <c:pt idx="59">
                  <c:v>1.7189999999999999</c:v>
                </c:pt>
                <c:pt idx="60">
                  <c:v>1.9147619047619049</c:v>
                </c:pt>
                <c:pt idx="61">
                  <c:v>1.9842105263157896</c:v>
                </c:pt>
                <c:pt idx="62">
                  <c:v>1.9575</c:v>
                </c:pt>
                <c:pt idx="63">
                  <c:v>1.7590909090909093</c:v>
                </c:pt>
                <c:pt idx="64">
                  <c:v>1.9281818181818182</c:v>
                </c:pt>
                <c:pt idx="65">
                  <c:v>2.3000000000000003</c:v>
                </c:pt>
                <c:pt idx="66">
                  <c:v>2.5822727272727275</c:v>
                </c:pt>
                <c:pt idx="67">
                  <c:v>2.7372727272727273</c:v>
                </c:pt>
                <c:pt idx="68">
                  <c:v>2.8094999999999999</c:v>
                </c:pt>
                <c:pt idx="69">
                  <c:v>2.6159090909090912</c:v>
                </c:pt>
                <c:pt idx="70">
                  <c:v>2.7184210526315793</c:v>
                </c:pt>
                <c:pt idx="71">
                  <c:v>2.901904761904762</c:v>
                </c:pt>
                <c:pt idx="72">
                  <c:v>2.8580952380952378</c:v>
                </c:pt>
                <c:pt idx="73">
                  <c:v>2.7094736842105265</c:v>
                </c:pt>
                <c:pt idx="74">
                  <c:v>2.7233333333333327</c:v>
                </c:pt>
                <c:pt idx="75">
                  <c:v>2.7052380952380952</c:v>
                </c:pt>
                <c:pt idx="76">
                  <c:v>2.559047619047619</c:v>
                </c:pt>
                <c:pt idx="77">
                  <c:v>2.5985714285714288</c:v>
                </c:pt>
                <c:pt idx="78">
                  <c:v>2.542272727272727</c:v>
                </c:pt>
                <c:pt idx="79">
                  <c:v>2.42</c:v>
                </c:pt>
                <c:pt idx="80">
                  <c:v>2.5342857142857147</c:v>
                </c:pt>
                <c:pt idx="81">
                  <c:v>2.3040909090909092</c:v>
                </c:pt>
                <c:pt idx="82">
                  <c:v>2.3255555555555558</c:v>
                </c:pt>
                <c:pt idx="83">
                  <c:v>2.2072727272727275</c:v>
                </c:pt>
                <c:pt idx="84">
                  <c:v>1.8814999999999997</c:v>
                </c:pt>
                <c:pt idx="85">
                  <c:v>1.9752631578947366</c:v>
                </c:pt>
                <c:pt idx="86">
                  <c:v>2.0427272727272729</c:v>
                </c:pt>
                <c:pt idx="87">
                  <c:v>1.9349999999999996</c:v>
                </c:pt>
                <c:pt idx="88">
                  <c:v>2.1975000000000002</c:v>
                </c:pt>
                <c:pt idx="89">
                  <c:v>2.3636363636363638</c:v>
                </c:pt>
                <c:pt idx="90">
                  <c:v>2.3245454545454547</c:v>
                </c:pt>
                <c:pt idx="91">
                  <c:v>2.1671428571428568</c:v>
                </c:pt>
                <c:pt idx="92">
                  <c:v>2.1728571428571435</c:v>
                </c:pt>
                <c:pt idx="93">
                  <c:v>2.0699999999999994</c:v>
                </c:pt>
                <c:pt idx="94">
                  <c:v>2.2631578947368416</c:v>
                </c:pt>
                <c:pt idx="95">
                  <c:v>2.2427272727272736</c:v>
                </c:pt>
                <c:pt idx="96">
                  <c:v>2.0852631578947372</c:v>
                </c:pt>
                <c:pt idx="97">
                  <c:v>1.7794999999999999</c:v>
                </c:pt>
                <c:pt idx="98">
                  <c:v>1.8890909090909089</c:v>
                </c:pt>
                <c:pt idx="99">
                  <c:v>1.8052380952380953</c:v>
                </c:pt>
                <c:pt idx="100">
                  <c:v>1.8061904761904766</c:v>
                </c:pt>
                <c:pt idx="101">
                  <c:v>1.6440909090909095</c:v>
                </c:pt>
                <c:pt idx="102">
                  <c:v>1.504</c:v>
                </c:pt>
                <c:pt idx="103">
                  <c:v>1.5565217391304347</c:v>
                </c:pt>
                <c:pt idx="104">
                  <c:v>1.6304761904761906</c:v>
                </c:pt>
                <c:pt idx="105">
                  <c:v>1.7645000000000004</c:v>
                </c:pt>
                <c:pt idx="106">
                  <c:v>2.1419999999999999</c:v>
                </c:pt>
                <c:pt idx="107">
                  <c:v>2.4919047619047618</c:v>
                </c:pt>
                <c:pt idx="108">
                  <c:v>2.4325000000000001</c:v>
                </c:pt>
                <c:pt idx="109">
                  <c:v>2.4189473684210525</c:v>
                </c:pt>
                <c:pt idx="110">
                  <c:v>2.4817391304347827</c:v>
                </c:pt>
                <c:pt idx="111">
                  <c:v>2.2973684210526319</c:v>
                </c:pt>
                <c:pt idx="112">
                  <c:v>2.3036363636363633</c:v>
                </c:pt>
                <c:pt idx="113">
                  <c:v>2.186818181818182</c:v>
                </c:pt>
                <c:pt idx="114">
                  <c:v>2.3179999999999996</c:v>
                </c:pt>
                <c:pt idx="115">
                  <c:v>2.2091304347826091</c:v>
                </c:pt>
                <c:pt idx="116">
                  <c:v>2.2020000000000004</c:v>
                </c:pt>
                <c:pt idx="117">
                  <c:v>2.3600000000000003</c:v>
                </c:pt>
                <c:pt idx="118">
                  <c:v>2.3533333333333331</c:v>
                </c:pt>
                <c:pt idx="119">
                  <c:v>2.4024999999999999</c:v>
                </c:pt>
                <c:pt idx="120">
                  <c:v>2.5838095238095242</c:v>
                </c:pt>
                <c:pt idx="121">
                  <c:v>2.8589473684210525</c:v>
                </c:pt>
                <c:pt idx="122">
                  <c:v>2.8423809523809527</c:v>
                </c:pt>
                <c:pt idx="123">
                  <c:v>2.8690476190476191</c:v>
                </c:pt>
                <c:pt idx="124">
                  <c:v>2.977727272727273</c:v>
                </c:pt>
                <c:pt idx="125">
                  <c:v>2.9123809523809525</c:v>
                </c:pt>
                <c:pt idx="126">
                  <c:v>2.8890476190476195</c:v>
                </c:pt>
                <c:pt idx="127">
                  <c:v>2.8891304347826088</c:v>
                </c:pt>
                <c:pt idx="128">
                  <c:v>3.0042105263157892</c:v>
                </c:pt>
                <c:pt idx="129">
                  <c:v>3.1522727272727278</c:v>
                </c:pt>
                <c:pt idx="130">
                  <c:v>3.1170000000000004</c:v>
                </c:pt>
                <c:pt idx="131">
                  <c:v>2.8326315789473688</c:v>
                </c:pt>
                <c:pt idx="132">
                  <c:v>2.7138095238095241</c:v>
                </c:pt>
                <c:pt idx="133">
                  <c:v>2.676315789473684</c:v>
                </c:pt>
                <c:pt idx="134">
                  <c:v>2.5709523809523809</c:v>
                </c:pt>
                <c:pt idx="135">
                  <c:v>2.5323809523809522</c:v>
                </c:pt>
                <c:pt idx="136">
                  <c:v>2.395</c:v>
                </c:pt>
                <c:pt idx="137">
                  <c:v>2.0739999999999998</c:v>
                </c:pt>
                <c:pt idx="138">
                  <c:v>2.0590909090909091</c:v>
                </c:pt>
                <c:pt idx="139">
                  <c:v>1.6263636363636365</c:v>
                </c:pt>
                <c:pt idx="140">
                  <c:v>1.6994999999999998</c:v>
                </c:pt>
                <c:pt idx="141">
                  <c:v>1.706818181818182</c:v>
                </c:pt>
                <c:pt idx="142">
                  <c:v>1.8121052631578947</c:v>
                </c:pt>
                <c:pt idx="143">
                  <c:v>1.862857142857143</c:v>
                </c:pt>
                <c:pt idx="144">
                  <c:v>1.7576190476190474</c:v>
                </c:pt>
                <c:pt idx="145">
                  <c:v>1.5042105263157894</c:v>
                </c:pt>
                <c:pt idx="146">
                  <c:v>0.86999999999999966</c:v>
                </c:pt>
                <c:pt idx="147">
                  <c:v>0.65761904761904777</c:v>
                </c:pt>
                <c:pt idx="148">
                  <c:v>0.67399999999999982</c:v>
                </c:pt>
                <c:pt idx="149">
                  <c:v>0.72863636363636364</c:v>
                </c:pt>
                <c:pt idx="150">
                  <c:v>0.62363636363636354</c:v>
                </c:pt>
                <c:pt idx="151">
                  <c:v>0.65</c:v>
                </c:pt>
                <c:pt idx="152">
                  <c:v>0.67952380952380931</c:v>
                </c:pt>
                <c:pt idx="153">
                  <c:v>0.78714285714285703</c:v>
                </c:pt>
                <c:pt idx="154">
                  <c:v>0.87000000000000011</c:v>
                </c:pt>
                <c:pt idx="155">
                  <c:v>0.9336363636363636</c:v>
                </c:pt>
                <c:pt idx="156">
                  <c:v>1.081052631578947</c:v>
                </c:pt>
                <c:pt idx="157">
                  <c:v>1.2578947368421052</c:v>
                </c:pt>
                <c:pt idx="158">
                  <c:v>1.6108695652173912</c:v>
                </c:pt>
                <c:pt idx="159">
                  <c:v>1.6349999999999996</c:v>
                </c:pt>
                <c:pt idx="160">
                  <c:v>1.6209999999999998</c:v>
                </c:pt>
                <c:pt idx="161">
                  <c:v>1.5190909090909088</c:v>
                </c:pt>
                <c:pt idx="162">
                  <c:v>1.3185714285714287</c:v>
                </c:pt>
                <c:pt idx="163">
                  <c:v>1.283181818181818</c:v>
                </c:pt>
                <c:pt idx="164">
                  <c:v>1.3747619047619046</c:v>
                </c:pt>
                <c:pt idx="165">
                  <c:v>1.5825</c:v>
                </c:pt>
                <c:pt idx="166">
                  <c:v>1.5594999999999999</c:v>
                </c:pt>
                <c:pt idx="167">
                  <c:v>1.4650000000000001</c:v>
                </c:pt>
                <c:pt idx="168">
                  <c:v>1.7639999999999998</c:v>
                </c:pt>
                <c:pt idx="169">
                  <c:v>1.9342105263157894</c:v>
                </c:pt>
                <c:pt idx="170">
                  <c:v>2.1278260869565218</c:v>
                </c:pt>
                <c:pt idx="171">
                  <c:v>2.7475000000000005</c:v>
                </c:pt>
                <c:pt idx="172">
                  <c:v>2.8980952380952383</c:v>
                </c:pt>
                <c:pt idx="173">
                  <c:v>3.1433333333333344</c:v>
                </c:pt>
                <c:pt idx="174">
                  <c:v>2.8959999999999999</c:v>
                </c:pt>
                <c:pt idx="175">
                  <c:v>2.8978260869565213</c:v>
                </c:pt>
                <c:pt idx="176">
                  <c:v>3.5190476190476194</c:v>
                </c:pt>
                <c:pt idx="177">
                  <c:v>3.9834999999999994</c:v>
                </c:pt>
                <c:pt idx="178">
                  <c:v>3.8910000000000005</c:v>
                </c:pt>
                <c:pt idx="179">
                  <c:v>3.6161904761904755</c:v>
                </c:pt>
                <c:pt idx="180">
                  <c:v>3.5315000000000003</c:v>
                </c:pt>
                <c:pt idx="181">
                  <c:v>3.7468421052631586</c:v>
                </c:pt>
                <c:pt idx="182">
                  <c:v>3.6630434782608687</c:v>
                </c:pt>
                <c:pt idx="183">
                  <c:v>3.46</c:v>
                </c:pt>
                <c:pt idx="184">
                  <c:v>3.5736363636363637</c:v>
                </c:pt>
                <c:pt idx="185">
                  <c:v>3.7480952380952379</c:v>
                </c:pt>
                <c:pt idx="186">
                  <c:v>3.8994999999999997</c:v>
                </c:pt>
                <c:pt idx="187">
                  <c:v>4.1678260869565227</c:v>
                </c:pt>
                <c:pt idx="188">
                  <c:v>4.3790000000000004</c:v>
                </c:pt>
                <c:pt idx="189">
                  <c:v>4.7980952380952377</c:v>
                </c:pt>
                <c:pt idx="190">
                  <c:v>4.5028571428571427</c:v>
                </c:pt>
                <c:pt idx="191">
                  <c:v>4.0200000000000005</c:v>
                </c:pt>
                <c:pt idx="192">
                  <c:v>4.0580952380952384</c:v>
                </c:pt>
                <c:pt idx="193">
                  <c:v>4.2075000000000005</c:v>
                </c:pt>
                <c:pt idx="194">
                  <c:v>4.208499999999999</c:v>
                </c:pt>
                <c:pt idx="195">
                  <c:v>4.53909090909091</c:v>
                </c:pt>
                <c:pt idx="196">
                  <c:v>4.4822727272727274</c:v>
                </c:pt>
                <c:pt idx="197">
                  <c:v>4.3052631578947373</c:v>
                </c:pt>
                <c:pt idx="198">
                  <c:v>4.2486363636363649</c:v>
                </c:pt>
                <c:pt idx="199">
                  <c:v>3.8709090909090906</c:v>
                </c:pt>
                <c:pt idx="200">
                  <c:v>3.7235</c:v>
                </c:pt>
                <c:pt idx="201">
                  <c:v>4.0954545454545448</c:v>
                </c:pt>
                <c:pt idx="202">
                  <c:v>4.3557894736842098</c:v>
                </c:pt>
                <c:pt idx="203">
                  <c:v>4.3914285714285715</c:v>
                </c:pt>
                <c:pt idx="204">
                  <c:v>4.6290476190476184</c:v>
                </c:pt>
                <c:pt idx="205">
                  <c:v>4.4510526315789471</c:v>
                </c:pt>
                <c:pt idx="206">
                  <c:v>4.2804761904761905</c:v>
                </c:pt>
                <c:pt idx="207">
                  <c:v>4.2790476190476188</c:v>
                </c:pt>
                <c:pt idx="208">
                  <c:v>4.4238095238095259</c:v>
                </c:pt>
                <c:pt idx="209">
                  <c:v>4.3834999999999997</c:v>
                </c:pt>
                <c:pt idx="210">
                  <c:v>4.3918181818181825</c:v>
                </c:pt>
                <c:pt idx="211">
                  <c:v>4.2647619047619045</c:v>
                </c:pt>
                <c:pt idx="212">
                  <c:v>4.1204761904761895</c:v>
                </c:pt>
                <c:pt idx="213">
                  <c:v>4.059444444444444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F07-4FA6-89FB-A39F7F2F58AB}"/>
            </c:ext>
          </c:extLst>
        </c:ser>
        <c:ser>
          <c:idx val="8"/>
          <c:order val="8"/>
          <c:tx>
            <c:strRef>
              <c:f>Лист4!$A$11</c:f>
              <c:strCache>
                <c:ptCount val="1"/>
                <c:pt idx="0">
                  <c:v>UST 2Y Yield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Лист4!$B$11:$HG$11</c:f>
              <c:numCache>
                <c:formatCode>_-* #\ ##0\ _₽_-;\-* #\ ##0\ _₽_-;_-* "-"??\ _₽_-;_-@_-</c:formatCode>
                <c:ptCount val="214"/>
                <c:pt idx="0">
                  <c:v>2.4757142857142855</c:v>
                </c:pt>
                <c:pt idx="1">
                  <c:v>1.9729999999999996</c:v>
                </c:pt>
                <c:pt idx="2">
                  <c:v>1.6169999999999998</c:v>
                </c:pt>
                <c:pt idx="3">
                  <c:v>2.0472727272727269</c:v>
                </c:pt>
                <c:pt idx="4">
                  <c:v>2.4457142857142857</c:v>
                </c:pt>
                <c:pt idx="5">
                  <c:v>2.7738095238095237</c:v>
                </c:pt>
                <c:pt idx="6">
                  <c:v>2.5731818181818182</c:v>
                </c:pt>
                <c:pt idx="7">
                  <c:v>2.4204761904761902</c:v>
                </c:pt>
                <c:pt idx="8">
                  <c:v>2.0761904761904768</c:v>
                </c:pt>
                <c:pt idx="9">
                  <c:v>1.6122727272727275</c:v>
                </c:pt>
                <c:pt idx="10">
                  <c:v>1.2127777777777777</c:v>
                </c:pt>
                <c:pt idx="11">
                  <c:v>0.82090909090909103</c:v>
                </c:pt>
                <c:pt idx="12">
                  <c:v>0.80700000000000005</c:v>
                </c:pt>
                <c:pt idx="13">
                  <c:v>0.97526315789473694</c:v>
                </c:pt>
                <c:pt idx="14">
                  <c:v>0.93136363636363628</c:v>
                </c:pt>
                <c:pt idx="15">
                  <c:v>0.92714285714285705</c:v>
                </c:pt>
                <c:pt idx="16">
                  <c:v>0.92949999999999999</c:v>
                </c:pt>
                <c:pt idx="17">
                  <c:v>1.1840909090909093</c:v>
                </c:pt>
                <c:pt idx="18">
                  <c:v>1.0190909090909093</c:v>
                </c:pt>
                <c:pt idx="19">
                  <c:v>1.1152380952380954</c:v>
                </c:pt>
                <c:pt idx="20">
                  <c:v>0.95619047619047615</c:v>
                </c:pt>
                <c:pt idx="21">
                  <c:v>0.94904761904761892</c:v>
                </c:pt>
                <c:pt idx="22">
                  <c:v>0.80315789473684207</c:v>
                </c:pt>
                <c:pt idx="23">
                  <c:v>0.87454545454545463</c:v>
                </c:pt>
                <c:pt idx="24">
                  <c:v>0.92894736842105252</c:v>
                </c:pt>
                <c:pt idx="25">
                  <c:v>0.85684210526315774</c:v>
                </c:pt>
                <c:pt idx="26">
                  <c:v>0.95869565217391295</c:v>
                </c:pt>
                <c:pt idx="27">
                  <c:v>1.0604545454545458</c:v>
                </c:pt>
                <c:pt idx="28">
                  <c:v>0.83050000000000002</c:v>
                </c:pt>
                <c:pt idx="29">
                  <c:v>0.72454545454545449</c:v>
                </c:pt>
                <c:pt idx="30">
                  <c:v>0.61666666666666659</c:v>
                </c:pt>
                <c:pt idx="31">
                  <c:v>0.5204545454545455</c:v>
                </c:pt>
                <c:pt idx="32">
                  <c:v>0.47999999999999993</c:v>
                </c:pt>
                <c:pt idx="33">
                  <c:v>0.376</c:v>
                </c:pt>
                <c:pt idx="34">
                  <c:v>0.4539999999999999</c:v>
                </c:pt>
                <c:pt idx="35">
                  <c:v>0.61818181818181828</c:v>
                </c:pt>
                <c:pt idx="36">
                  <c:v>0.61449999999999982</c:v>
                </c:pt>
                <c:pt idx="37">
                  <c:v>0.77263157894736845</c:v>
                </c:pt>
                <c:pt idx="38">
                  <c:v>0.69739130434782626</c:v>
                </c:pt>
                <c:pt idx="39">
                  <c:v>0.73449999999999993</c:v>
                </c:pt>
                <c:pt idx="40">
                  <c:v>0.55523809523809542</c:v>
                </c:pt>
                <c:pt idx="41">
                  <c:v>0.41045454545454541</c:v>
                </c:pt>
                <c:pt idx="42">
                  <c:v>0.40650000000000003</c:v>
                </c:pt>
                <c:pt idx="43">
                  <c:v>0.23043478260869571</c:v>
                </c:pt>
                <c:pt idx="44">
                  <c:v>0.21142857142857144</c:v>
                </c:pt>
                <c:pt idx="45">
                  <c:v>0.28050000000000003</c:v>
                </c:pt>
                <c:pt idx="46">
                  <c:v>0.25349999999999995</c:v>
                </c:pt>
                <c:pt idx="47">
                  <c:v>0.25714285714285723</c:v>
                </c:pt>
                <c:pt idx="48">
                  <c:v>0.24049999999999999</c:v>
                </c:pt>
                <c:pt idx="49">
                  <c:v>0.27799999999999991</c:v>
                </c:pt>
                <c:pt idx="50">
                  <c:v>0.3445454545454546</c:v>
                </c:pt>
                <c:pt idx="51">
                  <c:v>0.29190476190476183</c:v>
                </c:pt>
                <c:pt idx="52">
                  <c:v>0.28499999999999998</c:v>
                </c:pt>
                <c:pt idx="53">
                  <c:v>0.29190476190476178</c:v>
                </c:pt>
                <c:pt idx="54">
                  <c:v>0.24809523809523817</c:v>
                </c:pt>
                <c:pt idx="55">
                  <c:v>0.268695652173913</c:v>
                </c:pt>
                <c:pt idx="56">
                  <c:v>0.2552631578947368</c:v>
                </c:pt>
                <c:pt idx="57">
                  <c:v>0.27714285714285708</c:v>
                </c:pt>
                <c:pt idx="58">
                  <c:v>0.26799999999999996</c:v>
                </c:pt>
                <c:pt idx="59">
                  <c:v>0.25700000000000001</c:v>
                </c:pt>
                <c:pt idx="60">
                  <c:v>0.26523809523809516</c:v>
                </c:pt>
                <c:pt idx="61">
                  <c:v>0.26736842105263159</c:v>
                </c:pt>
                <c:pt idx="62">
                  <c:v>0.25600000000000001</c:v>
                </c:pt>
                <c:pt idx="63">
                  <c:v>0.23227272727272738</c:v>
                </c:pt>
                <c:pt idx="64">
                  <c:v>0.25045454545454537</c:v>
                </c:pt>
                <c:pt idx="65">
                  <c:v>0.33350000000000002</c:v>
                </c:pt>
                <c:pt idx="66">
                  <c:v>0.34090909090909088</c:v>
                </c:pt>
                <c:pt idx="67">
                  <c:v>0.35636363636363638</c:v>
                </c:pt>
                <c:pt idx="68">
                  <c:v>0.40399999999999991</c:v>
                </c:pt>
                <c:pt idx="69">
                  <c:v>0.33545454545454539</c:v>
                </c:pt>
                <c:pt idx="70">
                  <c:v>0.30368421052631583</c:v>
                </c:pt>
                <c:pt idx="71">
                  <c:v>0.33999999999999997</c:v>
                </c:pt>
                <c:pt idx="72">
                  <c:v>0.39380952380952394</c:v>
                </c:pt>
                <c:pt idx="73">
                  <c:v>0.32684210526315788</c:v>
                </c:pt>
                <c:pt idx="74">
                  <c:v>0.3990476190476191</c:v>
                </c:pt>
                <c:pt idx="75">
                  <c:v>0.41714285714285704</c:v>
                </c:pt>
                <c:pt idx="76">
                  <c:v>0.38904761904761903</c:v>
                </c:pt>
                <c:pt idx="77">
                  <c:v>0.45238095238095244</c:v>
                </c:pt>
                <c:pt idx="78">
                  <c:v>0.50636363636363624</c:v>
                </c:pt>
                <c:pt idx="79">
                  <c:v>0.47238095238095246</c:v>
                </c:pt>
                <c:pt idx="80">
                  <c:v>0.56666666666666665</c:v>
                </c:pt>
                <c:pt idx="81">
                  <c:v>0.44545454545454549</c:v>
                </c:pt>
                <c:pt idx="82">
                  <c:v>0.52722222222222237</c:v>
                </c:pt>
                <c:pt idx="83">
                  <c:v>0.63545454545454561</c:v>
                </c:pt>
                <c:pt idx="84">
                  <c:v>0.5515000000000001</c:v>
                </c:pt>
                <c:pt idx="85">
                  <c:v>0.61894736842105269</c:v>
                </c:pt>
                <c:pt idx="86">
                  <c:v>0.6404545454545455</c:v>
                </c:pt>
                <c:pt idx="87">
                  <c:v>0.54</c:v>
                </c:pt>
                <c:pt idx="88">
                  <c:v>0.60899999999999999</c:v>
                </c:pt>
                <c:pt idx="89">
                  <c:v>0.6886363636363636</c:v>
                </c:pt>
                <c:pt idx="90">
                  <c:v>0.66772727272727272</c:v>
                </c:pt>
                <c:pt idx="91">
                  <c:v>0.69761904761904758</c:v>
                </c:pt>
                <c:pt idx="92">
                  <c:v>0.71333333333333326</c:v>
                </c:pt>
                <c:pt idx="93">
                  <c:v>0.64476190476190476</c:v>
                </c:pt>
                <c:pt idx="94">
                  <c:v>0.88473684210526304</c:v>
                </c:pt>
                <c:pt idx="95">
                  <c:v>0.98272727272727278</c:v>
                </c:pt>
                <c:pt idx="96">
                  <c:v>0.89947368421052631</c:v>
                </c:pt>
                <c:pt idx="97">
                  <c:v>0.73350000000000004</c:v>
                </c:pt>
                <c:pt idx="98">
                  <c:v>0.875</c:v>
                </c:pt>
                <c:pt idx="99">
                  <c:v>0.76809523809523805</c:v>
                </c:pt>
                <c:pt idx="100">
                  <c:v>0.81619047619047624</c:v>
                </c:pt>
                <c:pt idx="101">
                  <c:v>0.73136363636363622</c:v>
                </c:pt>
                <c:pt idx="102">
                  <c:v>0.6725000000000001</c:v>
                </c:pt>
                <c:pt idx="103">
                  <c:v>0.73739130434782607</c:v>
                </c:pt>
                <c:pt idx="104">
                  <c:v>0.77095238095238083</c:v>
                </c:pt>
                <c:pt idx="105">
                  <c:v>0.84299999999999997</c:v>
                </c:pt>
                <c:pt idx="106">
                  <c:v>0.97950000000000004</c:v>
                </c:pt>
                <c:pt idx="107">
                  <c:v>1.1966666666666665</c:v>
                </c:pt>
                <c:pt idx="108">
                  <c:v>1.2064999999999999</c:v>
                </c:pt>
                <c:pt idx="109">
                  <c:v>1.2010526315789469</c:v>
                </c:pt>
                <c:pt idx="110">
                  <c:v>1.3130434782608698</c:v>
                </c:pt>
                <c:pt idx="111">
                  <c:v>1.2410526315789474</c:v>
                </c:pt>
                <c:pt idx="112">
                  <c:v>1.301818181818182</c:v>
                </c:pt>
                <c:pt idx="113">
                  <c:v>1.3422727272727271</c:v>
                </c:pt>
                <c:pt idx="114">
                  <c:v>1.3724999999999998</c:v>
                </c:pt>
                <c:pt idx="115">
                  <c:v>1.3352173913043475</c:v>
                </c:pt>
                <c:pt idx="116">
                  <c:v>1.3844999999999998</c:v>
                </c:pt>
                <c:pt idx="117">
                  <c:v>1.5495238095238095</c:v>
                </c:pt>
                <c:pt idx="118">
                  <c:v>1.6966666666666665</c:v>
                </c:pt>
                <c:pt idx="119">
                  <c:v>1.8440000000000001</c:v>
                </c:pt>
                <c:pt idx="120">
                  <c:v>2.0319047619047623</c:v>
                </c:pt>
                <c:pt idx="121">
                  <c:v>2.175263157894737</c:v>
                </c:pt>
                <c:pt idx="122">
                  <c:v>2.2757142857142854</c:v>
                </c:pt>
                <c:pt idx="123">
                  <c:v>2.3842857142857148</c:v>
                </c:pt>
                <c:pt idx="124">
                  <c:v>2.5118181818181817</c:v>
                </c:pt>
                <c:pt idx="125">
                  <c:v>2.5333333333333341</c:v>
                </c:pt>
                <c:pt idx="126">
                  <c:v>2.6066666666666669</c:v>
                </c:pt>
                <c:pt idx="127">
                  <c:v>2.6356521739130438</c:v>
                </c:pt>
                <c:pt idx="128">
                  <c:v>2.7678947368421056</c:v>
                </c:pt>
                <c:pt idx="129">
                  <c:v>2.8609090909090913</c:v>
                </c:pt>
                <c:pt idx="130">
                  <c:v>2.8590000000000004</c:v>
                </c:pt>
                <c:pt idx="131">
                  <c:v>2.6763157894736844</c:v>
                </c:pt>
                <c:pt idx="132">
                  <c:v>2.5433333333333339</c:v>
                </c:pt>
                <c:pt idx="133">
                  <c:v>2.5042105263157892</c:v>
                </c:pt>
                <c:pt idx="134">
                  <c:v>2.4095238095238094</c:v>
                </c:pt>
                <c:pt idx="135">
                  <c:v>2.3447619047619046</c:v>
                </c:pt>
                <c:pt idx="136">
                  <c:v>2.2063636363636361</c:v>
                </c:pt>
                <c:pt idx="137">
                  <c:v>1.8139999999999996</c:v>
                </c:pt>
                <c:pt idx="138">
                  <c:v>1.8350000000000002</c:v>
                </c:pt>
                <c:pt idx="139">
                  <c:v>1.5713636363636363</c:v>
                </c:pt>
                <c:pt idx="140">
                  <c:v>1.6480000000000001</c:v>
                </c:pt>
                <c:pt idx="141">
                  <c:v>1.5513636363636367</c:v>
                </c:pt>
                <c:pt idx="142">
                  <c:v>1.6126315789473686</c:v>
                </c:pt>
                <c:pt idx="143">
                  <c:v>1.6133333333333331</c:v>
                </c:pt>
                <c:pt idx="144">
                  <c:v>1.5190476190476194</c:v>
                </c:pt>
                <c:pt idx="145">
                  <c:v>1.3310526315789473</c:v>
                </c:pt>
                <c:pt idx="146">
                  <c:v>0.44818181818181829</c:v>
                </c:pt>
                <c:pt idx="147">
                  <c:v>0.22476190476190488</c:v>
                </c:pt>
                <c:pt idx="148">
                  <c:v>0.17049999999999998</c:v>
                </c:pt>
                <c:pt idx="149">
                  <c:v>0.18499999999999997</c:v>
                </c:pt>
                <c:pt idx="150">
                  <c:v>0.14818181818181822</c:v>
                </c:pt>
                <c:pt idx="151">
                  <c:v>0.13952380952380958</c:v>
                </c:pt>
                <c:pt idx="152">
                  <c:v>0.13476190476190478</c:v>
                </c:pt>
                <c:pt idx="153">
                  <c:v>0.14952380952380956</c:v>
                </c:pt>
                <c:pt idx="154">
                  <c:v>0.16578947368421054</c:v>
                </c:pt>
                <c:pt idx="155">
                  <c:v>0.1359090909090909</c:v>
                </c:pt>
                <c:pt idx="156">
                  <c:v>0.13105263157894737</c:v>
                </c:pt>
                <c:pt idx="157">
                  <c:v>0.11526315789473686</c:v>
                </c:pt>
                <c:pt idx="158">
                  <c:v>0.14695652173913046</c:v>
                </c:pt>
                <c:pt idx="159">
                  <c:v>0.16318181818181821</c:v>
                </c:pt>
                <c:pt idx="160">
                  <c:v>0.15499999999999997</c:v>
                </c:pt>
                <c:pt idx="161">
                  <c:v>0.20272727272727276</c:v>
                </c:pt>
                <c:pt idx="162">
                  <c:v>0.21952380952380959</c:v>
                </c:pt>
                <c:pt idx="163">
                  <c:v>0.21727272727272728</c:v>
                </c:pt>
                <c:pt idx="164">
                  <c:v>0.24095238095238095</c:v>
                </c:pt>
                <c:pt idx="165">
                  <c:v>0.39250000000000007</c:v>
                </c:pt>
                <c:pt idx="166">
                  <c:v>0.5079999999999999</c:v>
                </c:pt>
                <c:pt idx="167">
                  <c:v>0.67999999999999983</c:v>
                </c:pt>
                <c:pt idx="168">
                  <c:v>0.98049999999999993</c:v>
                </c:pt>
                <c:pt idx="169">
                  <c:v>1.4352631578947366</c:v>
                </c:pt>
                <c:pt idx="170">
                  <c:v>1.9095652173913045</c:v>
                </c:pt>
                <c:pt idx="171">
                  <c:v>2.5380000000000003</c:v>
                </c:pt>
                <c:pt idx="172">
                  <c:v>2.6166666666666667</c:v>
                </c:pt>
                <c:pt idx="173">
                  <c:v>2.9980952380952384</c:v>
                </c:pt>
                <c:pt idx="174">
                  <c:v>3.036</c:v>
                </c:pt>
                <c:pt idx="175">
                  <c:v>3.25</c:v>
                </c:pt>
                <c:pt idx="176">
                  <c:v>3.8566666666666656</c:v>
                </c:pt>
                <c:pt idx="177">
                  <c:v>4.375</c:v>
                </c:pt>
                <c:pt idx="178">
                  <c:v>4.5034999999999989</c:v>
                </c:pt>
                <c:pt idx="179">
                  <c:v>4.2885714285714283</c:v>
                </c:pt>
                <c:pt idx="180">
                  <c:v>4.2074999999999996</c:v>
                </c:pt>
                <c:pt idx="181">
                  <c:v>4.5336842105263155</c:v>
                </c:pt>
                <c:pt idx="182">
                  <c:v>4.3026086956521743</c:v>
                </c:pt>
                <c:pt idx="183">
                  <c:v>4.016</c:v>
                </c:pt>
                <c:pt idx="184">
                  <c:v>4.1318181818181827</c:v>
                </c:pt>
                <c:pt idx="185">
                  <c:v>4.6395238095238094</c:v>
                </c:pt>
                <c:pt idx="186">
                  <c:v>4.8285</c:v>
                </c:pt>
                <c:pt idx="187">
                  <c:v>4.901739130434783</c:v>
                </c:pt>
                <c:pt idx="188">
                  <c:v>5.0220000000000002</c:v>
                </c:pt>
                <c:pt idx="189">
                  <c:v>5.067619047619047</c:v>
                </c:pt>
                <c:pt idx="190">
                  <c:v>4.8823809523809523</c:v>
                </c:pt>
                <c:pt idx="191">
                  <c:v>4.4570000000000007</c:v>
                </c:pt>
                <c:pt idx="192">
                  <c:v>4.322857142857143</c:v>
                </c:pt>
                <c:pt idx="193">
                  <c:v>4.5440000000000005</c:v>
                </c:pt>
                <c:pt idx="194">
                  <c:v>4.588000000000001</c:v>
                </c:pt>
                <c:pt idx="195">
                  <c:v>4.8731818181818181</c:v>
                </c:pt>
                <c:pt idx="196">
                  <c:v>4.8563636363636355</c:v>
                </c:pt>
                <c:pt idx="197">
                  <c:v>4.7368421052631575</c:v>
                </c:pt>
                <c:pt idx="198">
                  <c:v>4.4959090909090911</c:v>
                </c:pt>
                <c:pt idx="199">
                  <c:v>3.9654545454545458</c:v>
                </c:pt>
                <c:pt idx="200">
                  <c:v>3.6224999999999996</c:v>
                </c:pt>
                <c:pt idx="201">
                  <c:v>3.9722727272727281</c:v>
                </c:pt>
                <c:pt idx="202">
                  <c:v>4.2573684210526315</c:v>
                </c:pt>
                <c:pt idx="203">
                  <c:v>4.2257142857142851</c:v>
                </c:pt>
                <c:pt idx="204">
                  <c:v>4.2719047619047608</c:v>
                </c:pt>
                <c:pt idx="205">
                  <c:v>4.21</c:v>
                </c:pt>
                <c:pt idx="206">
                  <c:v>3.97</c:v>
                </c:pt>
                <c:pt idx="207">
                  <c:v>3.7776190476190474</c:v>
                </c:pt>
                <c:pt idx="208">
                  <c:v>3.9199999999999995</c:v>
                </c:pt>
                <c:pt idx="209">
                  <c:v>3.8890000000000002</c:v>
                </c:pt>
                <c:pt idx="210">
                  <c:v>3.8822727272727273</c:v>
                </c:pt>
                <c:pt idx="211">
                  <c:v>3.7038095238095243</c:v>
                </c:pt>
                <c:pt idx="212">
                  <c:v>3.5685714285714276</c:v>
                </c:pt>
                <c:pt idx="213">
                  <c:v>3.5111111111111111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F07-4FA6-89FB-A39F7F2F58AB}"/>
            </c:ext>
          </c:extLst>
        </c:ser>
        <c:ser>
          <c:idx val="9"/>
          <c:order val="9"/>
          <c:tx>
            <c:strRef>
              <c:f>Лист4!$A$12</c:f>
              <c:strCache>
                <c:ptCount val="1"/>
                <c:pt idx="0">
                  <c:v>UST 30Y Yield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Лист4!$B$12:$HG$12</c:f>
              <c:numCache>
                <c:formatCode>_-* #\ ##0\ _₽_-;\-* #\ ##0\ _₽_-;_-* "-"??\ _₽_-;_-@_-</c:formatCode>
                <c:ptCount val="214"/>
                <c:pt idx="0">
                  <c:v>4.3304761904761904</c:v>
                </c:pt>
                <c:pt idx="1">
                  <c:v>4.5169999999999995</c:v>
                </c:pt>
                <c:pt idx="2">
                  <c:v>4.3929999999999989</c:v>
                </c:pt>
                <c:pt idx="3">
                  <c:v>4.4431818181818166</c:v>
                </c:pt>
                <c:pt idx="4">
                  <c:v>4.5961904761904764</c:v>
                </c:pt>
                <c:pt idx="5">
                  <c:v>4.6890476190476198</c:v>
                </c:pt>
                <c:pt idx="6">
                  <c:v>4.5709090909090913</c:v>
                </c:pt>
                <c:pt idx="7">
                  <c:v>4.5019047619047612</c:v>
                </c:pt>
                <c:pt idx="8">
                  <c:v>4.269047619047619</c:v>
                </c:pt>
                <c:pt idx="9">
                  <c:v>4.1731818181818179</c:v>
                </c:pt>
                <c:pt idx="10">
                  <c:v>4.004444444444446</c:v>
                </c:pt>
                <c:pt idx="11">
                  <c:v>2.87</c:v>
                </c:pt>
                <c:pt idx="12">
                  <c:v>3.1279999999999997</c:v>
                </c:pt>
                <c:pt idx="13">
                  <c:v>3.5868421052631576</c:v>
                </c:pt>
                <c:pt idx="14">
                  <c:v>3.6431818181818176</c:v>
                </c:pt>
                <c:pt idx="15">
                  <c:v>3.76</c:v>
                </c:pt>
                <c:pt idx="16">
                  <c:v>4.2270000000000012</c:v>
                </c:pt>
                <c:pt idx="17">
                  <c:v>4.5163636363636357</c:v>
                </c:pt>
                <c:pt idx="18">
                  <c:v>4.4068181818181822</c:v>
                </c:pt>
                <c:pt idx="19">
                  <c:v>4.3709523809523807</c:v>
                </c:pt>
                <c:pt idx="20">
                  <c:v>4.1857142857142859</c:v>
                </c:pt>
                <c:pt idx="21">
                  <c:v>4.1885714285714295</c:v>
                </c:pt>
                <c:pt idx="22">
                  <c:v>4.3147368421052628</c:v>
                </c:pt>
                <c:pt idx="23">
                  <c:v>4.4940909090909082</c:v>
                </c:pt>
                <c:pt idx="24">
                  <c:v>4.6047368421052628</c:v>
                </c:pt>
                <c:pt idx="25">
                  <c:v>4.6194736842105257</c:v>
                </c:pt>
                <c:pt idx="26">
                  <c:v>4.6447826086956514</c:v>
                </c:pt>
                <c:pt idx="27">
                  <c:v>4.6931818181818192</c:v>
                </c:pt>
                <c:pt idx="28">
                  <c:v>4.2859999999999996</c:v>
                </c:pt>
                <c:pt idx="29">
                  <c:v>4.127727272727272</c:v>
                </c:pt>
                <c:pt idx="30">
                  <c:v>3.9942857142857142</c:v>
                </c:pt>
                <c:pt idx="31">
                  <c:v>3.8031818181818178</c:v>
                </c:pt>
                <c:pt idx="32">
                  <c:v>3.773333333333333</c:v>
                </c:pt>
                <c:pt idx="33">
                  <c:v>3.8724999999999996</c:v>
                </c:pt>
                <c:pt idx="34">
                  <c:v>4.1859999999999999</c:v>
                </c:pt>
                <c:pt idx="35">
                  <c:v>4.4177272727272729</c:v>
                </c:pt>
                <c:pt idx="36">
                  <c:v>4.5230000000000015</c:v>
                </c:pt>
                <c:pt idx="37">
                  <c:v>4.6521052631578952</c:v>
                </c:pt>
                <c:pt idx="38">
                  <c:v>4.5139130434782615</c:v>
                </c:pt>
                <c:pt idx="39">
                  <c:v>4.5015000000000001</c:v>
                </c:pt>
                <c:pt idx="40">
                  <c:v>4.293333333333333</c:v>
                </c:pt>
                <c:pt idx="41">
                  <c:v>4.2327272727272724</c:v>
                </c:pt>
                <c:pt idx="42">
                  <c:v>4.2705000000000002</c:v>
                </c:pt>
                <c:pt idx="43">
                  <c:v>3.6513043478260867</c:v>
                </c:pt>
                <c:pt idx="44">
                  <c:v>3.182380952380953</c:v>
                </c:pt>
                <c:pt idx="45">
                  <c:v>3.1280000000000001</c:v>
                </c:pt>
                <c:pt idx="46">
                  <c:v>3.0155000000000003</c:v>
                </c:pt>
                <c:pt idx="47">
                  <c:v>2.9823809523809524</c:v>
                </c:pt>
                <c:pt idx="48">
                  <c:v>3.0259999999999998</c:v>
                </c:pt>
                <c:pt idx="49">
                  <c:v>3.109</c:v>
                </c:pt>
                <c:pt idx="50">
                  <c:v>3.2813636363636358</c:v>
                </c:pt>
                <c:pt idx="51">
                  <c:v>3.1842857142857137</c:v>
                </c:pt>
                <c:pt idx="52">
                  <c:v>2.9309090909090911</c:v>
                </c:pt>
                <c:pt idx="53">
                  <c:v>2.6980952380952381</c:v>
                </c:pt>
                <c:pt idx="54">
                  <c:v>2.5900000000000003</c:v>
                </c:pt>
                <c:pt idx="55">
                  <c:v>2.7708695652173914</c:v>
                </c:pt>
                <c:pt idx="56">
                  <c:v>2.8815789473684212</c:v>
                </c:pt>
                <c:pt idx="57">
                  <c:v>2.9004761904761902</c:v>
                </c:pt>
                <c:pt idx="58">
                  <c:v>2.8034999999999997</c:v>
                </c:pt>
                <c:pt idx="59">
                  <c:v>2.8835000000000002</c:v>
                </c:pt>
                <c:pt idx="60">
                  <c:v>3.0804761904761913</c:v>
                </c:pt>
                <c:pt idx="61">
                  <c:v>3.1652631578947368</c:v>
                </c:pt>
                <c:pt idx="62">
                  <c:v>3.1625000000000005</c:v>
                </c:pt>
                <c:pt idx="63">
                  <c:v>2.9327272727272726</c:v>
                </c:pt>
                <c:pt idx="64">
                  <c:v>3.1127272727272728</c:v>
                </c:pt>
                <c:pt idx="65">
                  <c:v>3.4000000000000008</c:v>
                </c:pt>
                <c:pt idx="66">
                  <c:v>3.605</c:v>
                </c:pt>
                <c:pt idx="67">
                  <c:v>3.7577272727272728</c:v>
                </c:pt>
                <c:pt idx="68">
                  <c:v>3.7870000000000004</c:v>
                </c:pt>
                <c:pt idx="69">
                  <c:v>3.6759090909090903</c:v>
                </c:pt>
                <c:pt idx="70">
                  <c:v>3.7999999999999985</c:v>
                </c:pt>
                <c:pt idx="71">
                  <c:v>3.8890476190476191</c:v>
                </c:pt>
                <c:pt idx="72">
                  <c:v>3.7690476190476199</c:v>
                </c:pt>
                <c:pt idx="73">
                  <c:v>3.6626315789473685</c:v>
                </c:pt>
                <c:pt idx="74">
                  <c:v>3.6209523809523807</c:v>
                </c:pt>
                <c:pt idx="75">
                  <c:v>3.5176190476190476</c:v>
                </c:pt>
                <c:pt idx="76">
                  <c:v>3.3899999999999997</c:v>
                </c:pt>
                <c:pt idx="77">
                  <c:v>3.4199999999999995</c:v>
                </c:pt>
                <c:pt idx="78">
                  <c:v>3.3318181818181816</c:v>
                </c:pt>
                <c:pt idx="79">
                  <c:v>3.2009523809523808</c:v>
                </c:pt>
                <c:pt idx="80">
                  <c:v>3.26</c:v>
                </c:pt>
                <c:pt idx="81">
                  <c:v>3.0399999999999991</c:v>
                </c:pt>
                <c:pt idx="82">
                  <c:v>3.0383333333333331</c:v>
                </c:pt>
                <c:pt idx="83">
                  <c:v>2.8331818181818185</c:v>
                </c:pt>
                <c:pt idx="84">
                  <c:v>2.4550000000000001</c:v>
                </c:pt>
                <c:pt idx="85">
                  <c:v>2.5663157894736841</c:v>
                </c:pt>
                <c:pt idx="86">
                  <c:v>2.626363636363636</c:v>
                </c:pt>
                <c:pt idx="87">
                  <c:v>2.5859090909090905</c:v>
                </c:pt>
                <c:pt idx="88">
                  <c:v>2.9550000000000005</c:v>
                </c:pt>
                <c:pt idx="89">
                  <c:v>3.1118181818181814</c:v>
                </c:pt>
                <c:pt idx="90">
                  <c:v>3.066363636363636</c:v>
                </c:pt>
                <c:pt idx="91">
                  <c:v>2.8557142857142854</c:v>
                </c:pt>
                <c:pt idx="92">
                  <c:v>2.9528571428571433</c:v>
                </c:pt>
                <c:pt idx="93">
                  <c:v>2.8880952380952376</c:v>
                </c:pt>
                <c:pt idx="94">
                  <c:v>3.03</c:v>
                </c:pt>
                <c:pt idx="95">
                  <c:v>2.97</c:v>
                </c:pt>
                <c:pt idx="96">
                  <c:v>2.8584210526315785</c:v>
                </c:pt>
                <c:pt idx="97">
                  <c:v>2.6230000000000002</c:v>
                </c:pt>
                <c:pt idx="98">
                  <c:v>2.6845454545454546</c:v>
                </c:pt>
                <c:pt idx="99">
                  <c:v>2.6233333333333335</c:v>
                </c:pt>
                <c:pt idx="100">
                  <c:v>2.627619047619048</c:v>
                </c:pt>
                <c:pt idx="101">
                  <c:v>2.4522727272727272</c:v>
                </c:pt>
                <c:pt idx="102">
                  <c:v>2.2269999999999999</c:v>
                </c:pt>
                <c:pt idx="103">
                  <c:v>2.2617391304347829</c:v>
                </c:pt>
                <c:pt idx="104">
                  <c:v>2.3504761904761908</c:v>
                </c:pt>
                <c:pt idx="105">
                  <c:v>2.5004999999999997</c:v>
                </c:pt>
                <c:pt idx="106">
                  <c:v>2.8620000000000005</c:v>
                </c:pt>
                <c:pt idx="107">
                  <c:v>3.1133333333333324</c:v>
                </c:pt>
                <c:pt idx="108">
                  <c:v>3.0189999999999997</c:v>
                </c:pt>
                <c:pt idx="109">
                  <c:v>3.0321052631578946</c:v>
                </c:pt>
                <c:pt idx="110">
                  <c:v>3.0813043478260873</c:v>
                </c:pt>
                <c:pt idx="111">
                  <c:v>2.9415789473684213</c:v>
                </c:pt>
                <c:pt idx="112">
                  <c:v>2.9590909090909094</c:v>
                </c:pt>
                <c:pt idx="113">
                  <c:v>2.7963636363636368</c:v>
                </c:pt>
                <c:pt idx="114">
                  <c:v>2.8839999999999999</c:v>
                </c:pt>
                <c:pt idx="115">
                  <c:v>2.7952173913043481</c:v>
                </c:pt>
                <c:pt idx="116">
                  <c:v>2.7764999999999995</c:v>
                </c:pt>
                <c:pt idx="117">
                  <c:v>2.8780952380952383</c:v>
                </c:pt>
                <c:pt idx="118">
                  <c:v>2.8019047619047619</c:v>
                </c:pt>
                <c:pt idx="119">
                  <c:v>2.7679999999999998</c:v>
                </c:pt>
                <c:pt idx="120">
                  <c:v>2.8776190476190475</c:v>
                </c:pt>
                <c:pt idx="121">
                  <c:v>3.1310526315789478</c:v>
                </c:pt>
                <c:pt idx="122">
                  <c:v>3.0914285714285716</c:v>
                </c:pt>
                <c:pt idx="123">
                  <c:v>3.0719047619047624</c:v>
                </c:pt>
                <c:pt idx="124">
                  <c:v>3.1318181818181827</c:v>
                </c:pt>
                <c:pt idx="125">
                  <c:v>3.0500000000000007</c:v>
                </c:pt>
                <c:pt idx="126">
                  <c:v>3.0066666666666668</c:v>
                </c:pt>
                <c:pt idx="127">
                  <c:v>3.0417391304347832</c:v>
                </c:pt>
                <c:pt idx="128">
                  <c:v>3.1510526315789469</c:v>
                </c:pt>
                <c:pt idx="129">
                  <c:v>3.3395454545454553</c:v>
                </c:pt>
                <c:pt idx="130">
                  <c:v>3.3609999999999998</c:v>
                </c:pt>
                <c:pt idx="131">
                  <c:v>3.0957894736842104</c:v>
                </c:pt>
                <c:pt idx="132">
                  <c:v>3.0352380952380957</c:v>
                </c:pt>
                <c:pt idx="133">
                  <c:v>3.0236842105263158</c:v>
                </c:pt>
                <c:pt idx="134">
                  <c:v>2.9776190476190476</c:v>
                </c:pt>
                <c:pt idx="135">
                  <c:v>2.9404761904761907</c:v>
                </c:pt>
                <c:pt idx="136">
                  <c:v>2.8177272727272724</c:v>
                </c:pt>
                <c:pt idx="137">
                  <c:v>2.5745000000000009</c:v>
                </c:pt>
                <c:pt idx="138">
                  <c:v>2.5727272727272723</c:v>
                </c:pt>
                <c:pt idx="139">
                  <c:v>2.1190909090909091</c:v>
                </c:pt>
                <c:pt idx="140">
                  <c:v>2.1579999999999999</c:v>
                </c:pt>
                <c:pt idx="141">
                  <c:v>2.190454545454545</c:v>
                </c:pt>
                <c:pt idx="142">
                  <c:v>2.2805263157894733</c:v>
                </c:pt>
                <c:pt idx="143">
                  <c:v>2.2976190476190474</c:v>
                </c:pt>
                <c:pt idx="144">
                  <c:v>2.216190476190476</c:v>
                </c:pt>
                <c:pt idx="145">
                  <c:v>1.9705263157894735</c:v>
                </c:pt>
                <c:pt idx="146">
                  <c:v>1.4549999999999998</c:v>
                </c:pt>
                <c:pt idx="147">
                  <c:v>1.2652380952380953</c:v>
                </c:pt>
                <c:pt idx="148">
                  <c:v>1.3779999999999999</c:v>
                </c:pt>
                <c:pt idx="149">
                  <c:v>1.4936363636363632</c:v>
                </c:pt>
                <c:pt idx="150">
                  <c:v>1.3104545454545451</c:v>
                </c:pt>
                <c:pt idx="151">
                  <c:v>1.3580952380952382</c:v>
                </c:pt>
                <c:pt idx="152">
                  <c:v>1.4228571428571428</c:v>
                </c:pt>
                <c:pt idx="153">
                  <c:v>1.5685714285714287</c:v>
                </c:pt>
                <c:pt idx="154">
                  <c:v>1.6152631578947372</c:v>
                </c:pt>
                <c:pt idx="155">
                  <c:v>1.6704545454545452</c:v>
                </c:pt>
                <c:pt idx="156">
                  <c:v>1.8247368421052632</c:v>
                </c:pt>
                <c:pt idx="157">
                  <c:v>2.0426315789473684</c:v>
                </c:pt>
                <c:pt idx="158">
                  <c:v>2.3391304347826094</c:v>
                </c:pt>
                <c:pt idx="159">
                  <c:v>2.2995454545454548</c:v>
                </c:pt>
                <c:pt idx="160">
                  <c:v>2.3159999999999998</c:v>
                </c:pt>
                <c:pt idx="161">
                  <c:v>2.163636363636364</c:v>
                </c:pt>
                <c:pt idx="162">
                  <c:v>1.9428571428571424</c:v>
                </c:pt>
                <c:pt idx="163">
                  <c:v>1.9163636363636363</c:v>
                </c:pt>
                <c:pt idx="164">
                  <c:v>1.9357142857142859</c:v>
                </c:pt>
                <c:pt idx="165">
                  <c:v>2.0594999999999999</c:v>
                </c:pt>
                <c:pt idx="166">
                  <c:v>1.9354999999999998</c:v>
                </c:pt>
                <c:pt idx="167">
                  <c:v>1.8477272727272727</c:v>
                </c:pt>
                <c:pt idx="168">
                  <c:v>2.0994999999999999</c:v>
                </c:pt>
                <c:pt idx="169">
                  <c:v>2.2463157894736843</c:v>
                </c:pt>
                <c:pt idx="170">
                  <c:v>2.4065217391304343</c:v>
                </c:pt>
                <c:pt idx="171">
                  <c:v>2.8120000000000003</c:v>
                </c:pt>
                <c:pt idx="172">
                  <c:v>3.0657142857142854</c:v>
                </c:pt>
                <c:pt idx="173">
                  <c:v>3.2457142857142856</c:v>
                </c:pt>
                <c:pt idx="174">
                  <c:v>3.1025</c:v>
                </c:pt>
                <c:pt idx="175">
                  <c:v>3.129565217391304</c:v>
                </c:pt>
                <c:pt idx="176">
                  <c:v>3.558095238095238</c:v>
                </c:pt>
                <c:pt idx="177">
                  <c:v>4.04</c:v>
                </c:pt>
                <c:pt idx="178">
                  <c:v>3.9989999999999988</c:v>
                </c:pt>
                <c:pt idx="179">
                  <c:v>3.6590476190476191</c:v>
                </c:pt>
                <c:pt idx="180">
                  <c:v>3.6644999999999994</c:v>
                </c:pt>
                <c:pt idx="181">
                  <c:v>3.802105263157896</c:v>
                </c:pt>
                <c:pt idx="182">
                  <c:v>3.7708695652173909</c:v>
                </c:pt>
                <c:pt idx="183">
                  <c:v>3.6845000000000008</c:v>
                </c:pt>
                <c:pt idx="184">
                  <c:v>3.855454545454545</c:v>
                </c:pt>
                <c:pt idx="185">
                  <c:v>3.8676190476190482</c:v>
                </c:pt>
                <c:pt idx="186">
                  <c:v>3.9589999999999996</c:v>
                </c:pt>
                <c:pt idx="187">
                  <c:v>4.28</c:v>
                </c:pt>
                <c:pt idx="188">
                  <c:v>4.4729999999999999</c:v>
                </c:pt>
                <c:pt idx="189">
                  <c:v>4.9466666666666672</c:v>
                </c:pt>
                <c:pt idx="190">
                  <c:v>4.66</c:v>
                </c:pt>
                <c:pt idx="191">
                  <c:v>4.1444999999999999</c:v>
                </c:pt>
                <c:pt idx="192">
                  <c:v>4.2580952380952386</c:v>
                </c:pt>
                <c:pt idx="193">
                  <c:v>4.3770000000000007</c:v>
                </c:pt>
                <c:pt idx="194">
                  <c:v>4.3600000000000012</c:v>
                </c:pt>
                <c:pt idx="195">
                  <c:v>4.6590909090909101</c:v>
                </c:pt>
                <c:pt idx="196">
                  <c:v>4.6199999999999983</c:v>
                </c:pt>
                <c:pt idx="197">
                  <c:v>4.4447368421052635</c:v>
                </c:pt>
                <c:pt idx="198">
                  <c:v>4.4613636363636369</c:v>
                </c:pt>
                <c:pt idx="199">
                  <c:v>4.1536363636363625</c:v>
                </c:pt>
                <c:pt idx="200">
                  <c:v>4.0445000000000002</c:v>
                </c:pt>
                <c:pt idx="201">
                  <c:v>4.3754545454545459</c:v>
                </c:pt>
                <c:pt idx="202">
                  <c:v>4.5368421052631582</c:v>
                </c:pt>
                <c:pt idx="203">
                  <c:v>4.5804761904761913</c:v>
                </c:pt>
                <c:pt idx="204">
                  <c:v>4.8538095238095238</c:v>
                </c:pt>
                <c:pt idx="205">
                  <c:v>4.6805263157894741</c:v>
                </c:pt>
                <c:pt idx="206">
                  <c:v>4.5980952380952385</c:v>
                </c:pt>
                <c:pt idx="207">
                  <c:v>4.7109523809523797</c:v>
                </c:pt>
                <c:pt idx="208">
                  <c:v>4.9047619047619051</c:v>
                </c:pt>
                <c:pt idx="209">
                  <c:v>4.891</c:v>
                </c:pt>
                <c:pt idx="210">
                  <c:v>4.921818181818181</c:v>
                </c:pt>
                <c:pt idx="211">
                  <c:v>4.8685714285714283</c:v>
                </c:pt>
                <c:pt idx="212">
                  <c:v>4.7428571428571429</c:v>
                </c:pt>
                <c:pt idx="213">
                  <c:v>4.6405555555555553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F07-4FA6-89FB-A39F7F2F5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4654624"/>
        <c:axId val="2027049552"/>
      </c:lineChart>
      <c:catAx>
        <c:axId val="509692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27045392"/>
        <c:crosses val="autoZero"/>
        <c:auto val="1"/>
        <c:lblAlgn val="ctr"/>
        <c:lblOffset val="100"/>
        <c:noMultiLvlLbl val="0"/>
      </c:catAx>
      <c:valAx>
        <c:axId val="202704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₽_-;\-* #\ ##0\ _₽_-;_-* &quot;-&quot;??\ _₽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9692064"/>
        <c:crosses val="autoZero"/>
        <c:crossBetween val="between"/>
      </c:valAx>
      <c:valAx>
        <c:axId val="2027049552"/>
        <c:scaling>
          <c:orientation val="minMax"/>
        </c:scaling>
        <c:delete val="0"/>
        <c:axPos val="r"/>
        <c:numFmt formatCode="_-* #\ ##0\ _₽_-;\-* #\ ##0\ _₽_-;_-* &quot;-&quot;??\ _₽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4654624"/>
        <c:crosses val="max"/>
        <c:crossBetween val="between"/>
      </c:valAx>
      <c:catAx>
        <c:axId val="3246546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270495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Макро</a:t>
            </a:r>
            <a:r>
              <a:rPr lang="ru-RU" altLang="zh-CN" b="1" baseline="0" dirty="0">
                <a:latin typeface="Arial" panose="020B0604020202020204" pitchFamily="34" charset="0"/>
                <a:cs typeface="Arial" panose="020B0604020202020204" pitchFamily="34" charset="0"/>
              </a:rPr>
              <a:t> данные за период 2008-2024</a:t>
            </a:r>
            <a:endParaRPr lang="ru-RU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Лист4!$A$4</c:f>
              <c:strCache>
                <c:ptCount val="1"/>
                <c:pt idx="0">
                  <c:v>Brent Oil (USD/bbl)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Лист4!$B$4:$HG$4</c:f>
              <c:numCache>
                <c:formatCode>_-* #\ ##0\ _₽_-;\-* #\ ##0\ _₽_-;_-* "-"??\ _₽_-;_-@_-</c:formatCode>
                <c:ptCount val="214"/>
                <c:pt idx="0">
                  <c:v>92.178095238095253</c:v>
                </c:pt>
                <c:pt idx="1">
                  <c:v>94.986500000000007</c:v>
                </c:pt>
                <c:pt idx="2">
                  <c:v>103.63549999999999</c:v>
                </c:pt>
                <c:pt idx="3">
                  <c:v>109.07136363636363</c:v>
                </c:pt>
                <c:pt idx="4">
                  <c:v>122.79714285714284</c:v>
                </c:pt>
                <c:pt idx="5">
                  <c:v>132.32238095238097</c:v>
                </c:pt>
                <c:pt idx="6">
                  <c:v>132.71818181818182</c:v>
                </c:pt>
                <c:pt idx="7">
                  <c:v>113.24333333333331</c:v>
                </c:pt>
                <c:pt idx="8">
                  <c:v>97.234761904761925</c:v>
                </c:pt>
                <c:pt idx="9">
                  <c:v>71.582173913043462</c:v>
                </c:pt>
                <c:pt idx="10">
                  <c:v>52.452631578947368</c:v>
                </c:pt>
                <c:pt idx="11">
                  <c:v>39.94681818181818</c:v>
                </c:pt>
                <c:pt idx="12">
                  <c:v>43.439499999999995</c:v>
                </c:pt>
                <c:pt idx="13">
                  <c:v>43.324736842105253</c:v>
                </c:pt>
                <c:pt idx="14">
                  <c:v>46.540454545454544</c:v>
                </c:pt>
                <c:pt idx="15">
                  <c:v>50.181904761904761</c:v>
                </c:pt>
                <c:pt idx="16">
                  <c:v>57.302499999999995</c:v>
                </c:pt>
                <c:pt idx="17">
                  <c:v>68.609545454545454</c:v>
                </c:pt>
                <c:pt idx="18">
                  <c:v>64.435454545454533</c:v>
                </c:pt>
                <c:pt idx="19">
                  <c:v>72.508571428571415</c:v>
                </c:pt>
                <c:pt idx="20">
                  <c:v>67.646190476190469</c:v>
                </c:pt>
                <c:pt idx="21">
                  <c:v>72.769545454545451</c:v>
                </c:pt>
                <c:pt idx="22">
                  <c:v>76.661999999999992</c:v>
                </c:pt>
                <c:pt idx="23">
                  <c:v>74.456363636363648</c:v>
                </c:pt>
                <c:pt idx="24">
                  <c:v>76.167368421052629</c:v>
                </c:pt>
                <c:pt idx="25">
                  <c:v>73.752105263157887</c:v>
                </c:pt>
                <c:pt idx="26">
                  <c:v>78.827391304347842</c:v>
                </c:pt>
                <c:pt idx="27">
                  <c:v>84.817619047619033</c:v>
                </c:pt>
                <c:pt idx="28">
                  <c:v>75.945499999999996</c:v>
                </c:pt>
                <c:pt idx="29">
                  <c:v>74.760909090909095</c:v>
                </c:pt>
                <c:pt idx="30">
                  <c:v>75.58</c:v>
                </c:pt>
                <c:pt idx="31">
                  <c:v>77.039545454545447</c:v>
                </c:pt>
                <c:pt idx="32">
                  <c:v>77.840476190476195</c:v>
                </c:pt>
                <c:pt idx="33">
                  <c:v>82.664761904761903</c:v>
                </c:pt>
                <c:pt idx="34">
                  <c:v>85.274761904761903</c:v>
                </c:pt>
                <c:pt idx="35">
                  <c:v>91.446818181818159</c:v>
                </c:pt>
                <c:pt idx="36">
                  <c:v>96.523499999999984</c:v>
                </c:pt>
                <c:pt idx="37">
                  <c:v>103.71631578947368</c:v>
                </c:pt>
                <c:pt idx="38">
                  <c:v>114.64347826086956</c:v>
                </c:pt>
                <c:pt idx="39">
                  <c:v>123.25888888888888</c:v>
                </c:pt>
                <c:pt idx="40">
                  <c:v>114.9890476190476</c:v>
                </c:pt>
                <c:pt idx="41">
                  <c:v>113.83318181818184</c:v>
                </c:pt>
                <c:pt idx="42">
                  <c:v>116.97349999999999</c:v>
                </c:pt>
                <c:pt idx="43">
                  <c:v>110.21954545454547</c:v>
                </c:pt>
                <c:pt idx="44">
                  <c:v>112.83380952380955</c:v>
                </c:pt>
                <c:pt idx="45">
                  <c:v>109.54999999999998</c:v>
                </c:pt>
                <c:pt idx="46">
                  <c:v>110.76809523809523</c:v>
                </c:pt>
                <c:pt idx="47">
                  <c:v>107.87049999999999</c:v>
                </c:pt>
                <c:pt idx="48">
                  <c:v>110.68599999999999</c:v>
                </c:pt>
                <c:pt idx="49">
                  <c:v>119.327</c:v>
                </c:pt>
                <c:pt idx="50">
                  <c:v>125.44545454545454</c:v>
                </c:pt>
                <c:pt idx="51">
                  <c:v>119.42166666666668</c:v>
                </c:pt>
                <c:pt idx="52">
                  <c:v>110.33952380952381</c:v>
                </c:pt>
                <c:pt idx="53">
                  <c:v>95.155714285714296</c:v>
                </c:pt>
                <c:pt idx="54">
                  <c:v>102.61857142857141</c:v>
                </c:pt>
                <c:pt idx="55">
                  <c:v>113.35608695652174</c:v>
                </c:pt>
                <c:pt idx="56">
                  <c:v>112.86368421052633</c:v>
                </c:pt>
                <c:pt idx="57">
                  <c:v>111.71086956521739</c:v>
                </c:pt>
                <c:pt idx="58">
                  <c:v>109.05857142857143</c:v>
                </c:pt>
                <c:pt idx="59">
                  <c:v>109.494</c:v>
                </c:pt>
                <c:pt idx="60">
                  <c:v>112.96000000000001</c:v>
                </c:pt>
                <c:pt idx="61">
                  <c:v>116.05052631578945</c:v>
                </c:pt>
                <c:pt idx="62">
                  <c:v>108.474</c:v>
                </c:pt>
                <c:pt idx="63">
                  <c:v>102.24818181818182</c:v>
                </c:pt>
                <c:pt idx="64">
                  <c:v>102.55863636363634</c:v>
                </c:pt>
                <c:pt idx="65">
                  <c:v>102.9195</c:v>
                </c:pt>
                <c:pt idx="66">
                  <c:v>107.93318181818178</c:v>
                </c:pt>
                <c:pt idx="67">
                  <c:v>111.28045454545453</c:v>
                </c:pt>
                <c:pt idx="68">
                  <c:v>111.59649999999999</c:v>
                </c:pt>
                <c:pt idx="69">
                  <c:v>109.07652173913043</c:v>
                </c:pt>
                <c:pt idx="70">
                  <c:v>107.79199999999999</c:v>
                </c:pt>
                <c:pt idx="71">
                  <c:v>110.75666666666666</c:v>
                </c:pt>
                <c:pt idx="72">
                  <c:v>108.11772727272728</c:v>
                </c:pt>
                <c:pt idx="73">
                  <c:v>108.90052631578948</c:v>
                </c:pt>
                <c:pt idx="74">
                  <c:v>107.48095238095237</c:v>
                </c:pt>
                <c:pt idx="75">
                  <c:v>107.7552380952381</c:v>
                </c:pt>
                <c:pt idx="76">
                  <c:v>109.53909090909092</c:v>
                </c:pt>
                <c:pt idx="77">
                  <c:v>111.7952380952381</c:v>
                </c:pt>
                <c:pt idx="78">
                  <c:v>106.76818181818182</c:v>
                </c:pt>
                <c:pt idx="79">
                  <c:v>101.60809523809523</c:v>
                </c:pt>
                <c:pt idx="80">
                  <c:v>97.091428571428565</c:v>
                </c:pt>
                <c:pt idx="81">
                  <c:v>87.425217391304372</c:v>
                </c:pt>
                <c:pt idx="82">
                  <c:v>79.437894736842111</c:v>
                </c:pt>
                <c:pt idx="83">
                  <c:v>62.334999999999994</c:v>
                </c:pt>
                <c:pt idx="84">
                  <c:v>47.75950000000001</c:v>
                </c:pt>
                <c:pt idx="85">
                  <c:v>58.095500000000015</c:v>
                </c:pt>
                <c:pt idx="86">
                  <c:v>55.885454545454543</c:v>
                </c:pt>
                <c:pt idx="87">
                  <c:v>59.524285714285725</c:v>
                </c:pt>
                <c:pt idx="88">
                  <c:v>64.075000000000003</c:v>
                </c:pt>
                <c:pt idx="89">
                  <c:v>61.477727272727286</c:v>
                </c:pt>
                <c:pt idx="90">
                  <c:v>56.561304347826088</c:v>
                </c:pt>
                <c:pt idx="91">
                  <c:v>46.515000000000001</c:v>
                </c:pt>
                <c:pt idx="92">
                  <c:v>47.62318181818182</c:v>
                </c:pt>
                <c:pt idx="93">
                  <c:v>48.43</c:v>
                </c:pt>
                <c:pt idx="94">
                  <c:v>44.267619047619057</c:v>
                </c:pt>
                <c:pt idx="95">
                  <c:v>38.005454545454548</c:v>
                </c:pt>
                <c:pt idx="96">
                  <c:v>30.6995</c:v>
                </c:pt>
                <c:pt idx="97">
                  <c:v>32.1815</c:v>
                </c:pt>
                <c:pt idx="98">
                  <c:v>38.210454545454553</c:v>
                </c:pt>
                <c:pt idx="99">
                  <c:v>41.583333333333336</c:v>
                </c:pt>
                <c:pt idx="100">
                  <c:v>46.742380952380941</c:v>
                </c:pt>
                <c:pt idx="101">
                  <c:v>48.247272727272723</c:v>
                </c:pt>
                <c:pt idx="102">
                  <c:v>44.951904761904771</c:v>
                </c:pt>
                <c:pt idx="103">
                  <c:v>45.843043478260874</c:v>
                </c:pt>
                <c:pt idx="104">
                  <c:v>46.567727272727275</c:v>
                </c:pt>
                <c:pt idx="105">
                  <c:v>49.522380952380956</c:v>
                </c:pt>
                <c:pt idx="106">
                  <c:v>44.734090909090916</c:v>
                </c:pt>
                <c:pt idx="107">
                  <c:v>53.308499999999995</c:v>
                </c:pt>
                <c:pt idx="108">
                  <c:v>54.576666666666661</c:v>
                </c:pt>
                <c:pt idx="109">
                  <c:v>54.869500000000002</c:v>
                </c:pt>
                <c:pt idx="110">
                  <c:v>51.589130434782604</c:v>
                </c:pt>
                <c:pt idx="111">
                  <c:v>52.307894736842108</c:v>
                </c:pt>
                <c:pt idx="112">
                  <c:v>50.326521739130442</c:v>
                </c:pt>
                <c:pt idx="113">
                  <c:v>46.368181818181824</c:v>
                </c:pt>
                <c:pt idx="114">
                  <c:v>48.478571428571428</c:v>
                </c:pt>
                <c:pt idx="115">
                  <c:v>51.704347826086966</c:v>
                </c:pt>
                <c:pt idx="116">
                  <c:v>56.152857142857137</c:v>
                </c:pt>
                <c:pt idx="117">
                  <c:v>57.507727272727273</c:v>
                </c:pt>
                <c:pt idx="118">
                  <c:v>62.714090909090899</c:v>
                </c:pt>
                <c:pt idx="119">
                  <c:v>64.373684210526321</c:v>
                </c:pt>
                <c:pt idx="120">
                  <c:v>69.077272727272714</c:v>
                </c:pt>
                <c:pt idx="121">
                  <c:v>65.317499999999981</c:v>
                </c:pt>
                <c:pt idx="122">
                  <c:v>66.016666666666666</c:v>
                </c:pt>
                <c:pt idx="123">
                  <c:v>72.106000000000009</c:v>
                </c:pt>
                <c:pt idx="124">
                  <c:v>76.975238095238112</c:v>
                </c:pt>
                <c:pt idx="125">
                  <c:v>74.404761904761898</c:v>
                </c:pt>
                <c:pt idx="126">
                  <c:v>74.25409090909092</c:v>
                </c:pt>
                <c:pt idx="127">
                  <c:v>72.52826086956523</c:v>
                </c:pt>
                <c:pt idx="128">
                  <c:v>78.89100000000002</c:v>
                </c:pt>
                <c:pt idx="129">
                  <c:v>81.032173913043479</c:v>
                </c:pt>
                <c:pt idx="130">
                  <c:v>64.74818181818182</c:v>
                </c:pt>
                <c:pt idx="131">
                  <c:v>57.362352941176482</c:v>
                </c:pt>
                <c:pt idx="132">
                  <c:v>59.409545454545452</c:v>
                </c:pt>
                <c:pt idx="133">
                  <c:v>63.960499999999989</c:v>
                </c:pt>
                <c:pt idx="134">
                  <c:v>66.138571428571424</c:v>
                </c:pt>
                <c:pt idx="135">
                  <c:v>71.233333333333334</c:v>
                </c:pt>
                <c:pt idx="136">
                  <c:v>71.317727272727296</c:v>
                </c:pt>
                <c:pt idx="137">
                  <c:v>64.220499999999987</c:v>
                </c:pt>
                <c:pt idx="138">
                  <c:v>63.919130434782595</c:v>
                </c:pt>
                <c:pt idx="139">
                  <c:v>59.041818181818186</c:v>
                </c:pt>
                <c:pt idx="140">
                  <c:v>62.826666666666675</c:v>
                </c:pt>
                <c:pt idx="141">
                  <c:v>59.713043478260865</c:v>
                </c:pt>
                <c:pt idx="142">
                  <c:v>63.211904761904762</c:v>
                </c:pt>
                <c:pt idx="143">
                  <c:v>67.217142857142861</c:v>
                </c:pt>
                <c:pt idx="144">
                  <c:v>63.645454545454534</c:v>
                </c:pt>
                <c:pt idx="145">
                  <c:v>55.657000000000004</c:v>
                </c:pt>
                <c:pt idx="146">
                  <c:v>32.011363636363633</c:v>
                </c:pt>
                <c:pt idx="147">
                  <c:v>18.378500000000003</c:v>
                </c:pt>
                <c:pt idx="148">
                  <c:v>29.378947368421056</c:v>
                </c:pt>
                <c:pt idx="149">
                  <c:v>40.266818181818188</c:v>
                </c:pt>
                <c:pt idx="150">
                  <c:v>43.24217391304348</c:v>
                </c:pt>
                <c:pt idx="151">
                  <c:v>44.736000000000004</c:v>
                </c:pt>
                <c:pt idx="152">
                  <c:v>40.909545454545452</c:v>
                </c:pt>
                <c:pt idx="153">
                  <c:v>40.18954545454546</c:v>
                </c:pt>
                <c:pt idx="154">
                  <c:v>42.692380952380951</c:v>
                </c:pt>
                <c:pt idx="155">
                  <c:v>49.993636363636362</c:v>
                </c:pt>
                <c:pt idx="156">
                  <c:v>54.774000000000001</c:v>
                </c:pt>
                <c:pt idx="157">
                  <c:v>62.276499999999999</c:v>
                </c:pt>
                <c:pt idx="158">
                  <c:v>65.41</c:v>
                </c:pt>
                <c:pt idx="159">
                  <c:v>64.8065</c:v>
                </c:pt>
                <c:pt idx="160">
                  <c:v>68.534210526315789</c:v>
                </c:pt>
                <c:pt idx="161">
                  <c:v>73.164090909090916</c:v>
                </c:pt>
                <c:pt idx="162">
                  <c:v>75.165909090909082</c:v>
                </c:pt>
                <c:pt idx="163">
                  <c:v>70.747142857142862</c:v>
                </c:pt>
                <c:pt idx="164">
                  <c:v>74.48863636363636</c:v>
                </c:pt>
                <c:pt idx="165">
                  <c:v>83.538095238095224</c:v>
                </c:pt>
                <c:pt idx="166">
                  <c:v>81.05</c:v>
                </c:pt>
                <c:pt idx="167">
                  <c:v>74.170476190476194</c:v>
                </c:pt>
                <c:pt idx="168">
                  <c:v>86.505238095238084</c:v>
                </c:pt>
                <c:pt idx="169">
                  <c:v>97.129000000000005</c:v>
                </c:pt>
                <c:pt idx="170">
                  <c:v>117.24521739130434</c:v>
                </c:pt>
                <c:pt idx="171">
                  <c:v>104.57526315789472</c:v>
                </c:pt>
                <c:pt idx="172">
                  <c:v>113.33761904761907</c:v>
                </c:pt>
                <c:pt idx="173">
                  <c:v>122.71095238095242</c:v>
                </c:pt>
                <c:pt idx="174">
                  <c:v>111.92571428571429</c:v>
                </c:pt>
                <c:pt idx="175">
                  <c:v>100.44636363636364</c:v>
                </c:pt>
                <c:pt idx="176">
                  <c:v>89.764761904761912</c:v>
                </c:pt>
                <c:pt idx="177">
                  <c:v>93.331904761904767</c:v>
                </c:pt>
                <c:pt idx="178">
                  <c:v>91.415454545454551</c:v>
                </c:pt>
                <c:pt idx="179">
                  <c:v>80.924000000000007</c:v>
                </c:pt>
                <c:pt idx="180">
                  <c:v>82.501428571428576</c:v>
                </c:pt>
                <c:pt idx="181">
                  <c:v>82.585000000000008</c:v>
                </c:pt>
                <c:pt idx="182">
                  <c:v>78.434347826086949</c:v>
                </c:pt>
                <c:pt idx="183">
                  <c:v>84.638333333333321</c:v>
                </c:pt>
                <c:pt idx="184">
                  <c:v>75.466000000000008</c:v>
                </c:pt>
                <c:pt idx="185">
                  <c:v>74.839090909090899</c:v>
                </c:pt>
                <c:pt idx="186">
                  <c:v>80.108095238095231</c:v>
                </c:pt>
                <c:pt idx="187">
                  <c:v>86.147727272727266</c:v>
                </c:pt>
                <c:pt idx="188">
                  <c:v>93.722380952380945</c:v>
                </c:pt>
                <c:pt idx="189">
                  <c:v>90.595909090909103</c:v>
                </c:pt>
                <c:pt idx="190">
                  <c:v>82.94</c:v>
                </c:pt>
                <c:pt idx="191">
                  <c:v>77.631052631578939</c:v>
                </c:pt>
                <c:pt idx="192">
                  <c:v>80.12409090909091</c:v>
                </c:pt>
                <c:pt idx="193">
                  <c:v>83.478095238095221</c:v>
                </c:pt>
                <c:pt idx="194">
                  <c:v>85.408500000000004</c:v>
                </c:pt>
                <c:pt idx="195">
                  <c:v>89.938095238095229</c:v>
                </c:pt>
                <c:pt idx="196">
                  <c:v>81.746190476190492</c:v>
                </c:pt>
                <c:pt idx="197">
                  <c:v>82.246000000000009</c:v>
                </c:pt>
                <c:pt idx="198">
                  <c:v>85.153043478260869</c:v>
                </c:pt>
                <c:pt idx="199">
                  <c:v>80.355238095238079</c:v>
                </c:pt>
                <c:pt idx="200">
                  <c:v>74.016666666666666</c:v>
                </c:pt>
                <c:pt idx="201">
                  <c:v>75.632608695652166</c:v>
                </c:pt>
                <c:pt idx="202">
                  <c:v>74.345238095238102</c:v>
                </c:pt>
                <c:pt idx="203">
                  <c:v>73.859499999999997</c:v>
                </c:pt>
                <c:pt idx="204">
                  <c:v>79.270454545454541</c:v>
                </c:pt>
                <c:pt idx="205">
                  <c:v>75.438000000000002</c:v>
                </c:pt>
                <c:pt idx="206">
                  <c:v>72.732857142857142</c:v>
                </c:pt>
                <c:pt idx="207">
                  <c:v>68.134500000000003</c:v>
                </c:pt>
                <c:pt idx="208">
                  <c:v>64.453000000000003</c:v>
                </c:pt>
                <c:pt idx="209">
                  <c:v>71.444761904761918</c:v>
                </c:pt>
                <c:pt idx="210">
                  <c:v>71.041304347826113</c:v>
                </c:pt>
                <c:pt idx="211">
                  <c:v>67.87</c:v>
                </c:pt>
                <c:pt idx="212">
                  <c:v>67.985454545454559</c:v>
                </c:pt>
                <c:pt idx="213">
                  <c:v>64.570714285714303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07-4FA6-89FB-A39F7F2F58AB}"/>
            </c:ext>
          </c:extLst>
        </c:ser>
        <c:ser>
          <c:idx val="2"/>
          <c:order val="2"/>
          <c:tx>
            <c:strRef>
              <c:f>Лист4!$A$5</c:f>
              <c:strCache>
                <c:ptCount val="1"/>
                <c:pt idx="0">
                  <c:v>CPI (All items, SA, 82-84=100)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Лист4!$B$5:$HG$5</c:f>
              <c:numCache>
                <c:formatCode>_-* #\ ##0\ _₽_-;\-* #\ ##0\ _₽_-;_-* "-"??\ _₽_-;_-@_-</c:formatCode>
                <c:ptCount val="214"/>
                <c:pt idx="0">
                  <c:v>212.17400000000001</c:v>
                </c:pt>
                <c:pt idx="1">
                  <c:v>212.68700000000001</c:v>
                </c:pt>
                <c:pt idx="2">
                  <c:v>213.44800000000001</c:v>
                </c:pt>
                <c:pt idx="3">
                  <c:v>213.94200000000001</c:v>
                </c:pt>
                <c:pt idx="4">
                  <c:v>215.208</c:v>
                </c:pt>
                <c:pt idx="5">
                  <c:v>217.46299999999999</c:v>
                </c:pt>
                <c:pt idx="6">
                  <c:v>219.01599999999999</c:v>
                </c:pt>
                <c:pt idx="7">
                  <c:v>218.69</c:v>
                </c:pt>
                <c:pt idx="8">
                  <c:v>218.87700000000001</c:v>
                </c:pt>
                <c:pt idx="9">
                  <c:v>216.995</c:v>
                </c:pt>
                <c:pt idx="10">
                  <c:v>213.15299999999999</c:v>
                </c:pt>
                <c:pt idx="11">
                  <c:v>211.398</c:v>
                </c:pt>
                <c:pt idx="12">
                  <c:v>211.93299999999999</c:v>
                </c:pt>
                <c:pt idx="13">
                  <c:v>212.70500000000001</c:v>
                </c:pt>
                <c:pt idx="14">
                  <c:v>212.495</c:v>
                </c:pt>
                <c:pt idx="15">
                  <c:v>212.709</c:v>
                </c:pt>
                <c:pt idx="16">
                  <c:v>213.02199999999999</c:v>
                </c:pt>
                <c:pt idx="17">
                  <c:v>214.79</c:v>
                </c:pt>
                <c:pt idx="18">
                  <c:v>214.726</c:v>
                </c:pt>
                <c:pt idx="19">
                  <c:v>215.44499999999999</c:v>
                </c:pt>
                <c:pt idx="20">
                  <c:v>215.86099999999999</c:v>
                </c:pt>
                <c:pt idx="21">
                  <c:v>216.50899999999999</c:v>
                </c:pt>
                <c:pt idx="22">
                  <c:v>217.23400000000001</c:v>
                </c:pt>
                <c:pt idx="23">
                  <c:v>217.34700000000001</c:v>
                </c:pt>
                <c:pt idx="24">
                  <c:v>217.488</c:v>
                </c:pt>
                <c:pt idx="25">
                  <c:v>217.28100000000001</c:v>
                </c:pt>
                <c:pt idx="26">
                  <c:v>217.35300000000001</c:v>
                </c:pt>
                <c:pt idx="27">
                  <c:v>217.40299999999999</c:v>
                </c:pt>
                <c:pt idx="28">
                  <c:v>217.29</c:v>
                </c:pt>
                <c:pt idx="29">
                  <c:v>217.19900000000001</c:v>
                </c:pt>
                <c:pt idx="30">
                  <c:v>217.60499999999999</c:v>
                </c:pt>
                <c:pt idx="31">
                  <c:v>217.923</c:v>
                </c:pt>
                <c:pt idx="32">
                  <c:v>218.27500000000001</c:v>
                </c:pt>
                <c:pt idx="33">
                  <c:v>219.035</c:v>
                </c:pt>
                <c:pt idx="34">
                  <c:v>219.59</c:v>
                </c:pt>
                <c:pt idx="35">
                  <c:v>220.47200000000001</c:v>
                </c:pt>
                <c:pt idx="36">
                  <c:v>221.18700000000001</c:v>
                </c:pt>
                <c:pt idx="37">
                  <c:v>221.898</c:v>
                </c:pt>
                <c:pt idx="38">
                  <c:v>223.04599999999999</c:v>
                </c:pt>
                <c:pt idx="39">
                  <c:v>224.09299999999999</c:v>
                </c:pt>
                <c:pt idx="40">
                  <c:v>224.80600000000001</c:v>
                </c:pt>
                <c:pt idx="41">
                  <c:v>224.80600000000001</c:v>
                </c:pt>
                <c:pt idx="42">
                  <c:v>225.39500000000001</c:v>
                </c:pt>
                <c:pt idx="43">
                  <c:v>226.10599999999999</c:v>
                </c:pt>
                <c:pt idx="44">
                  <c:v>226.59700000000001</c:v>
                </c:pt>
                <c:pt idx="45">
                  <c:v>226.75</c:v>
                </c:pt>
                <c:pt idx="46">
                  <c:v>227.16900000000001</c:v>
                </c:pt>
                <c:pt idx="47">
                  <c:v>227.22300000000001</c:v>
                </c:pt>
                <c:pt idx="48">
                  <c:v>227.84200000000001</c:v>
                </c:pt>
                <c:pt idx="49">
                  <c:v>228.32900000000001</c:v>
                </c:pt>
                <c:pt idx="50">
                  <c:v>228.80699999999999</c:v>
                </c:pt>
                <c:pt idx="51">
                  <c:v>229.18700000000001</c:v>
                </c:pt>
                <c:pt idx="52">
                  <c:v>228.71299999999999</c:v>
                </c:pt>
                <c:pt idx="53">
                  <c:v>228.524</c:v>
                </c:pt>
                <c:pt idx="54">
                  <c:v>228.59</c:v>
                </c:pt>
                <c:pt idx="55">
                  <c:v>229.91800000000001</c:v>
                </c:pt>
                <c:pt idx="56">
                  <c:v>231.01499999999999</c:v>
                </c:pt>
                <c:pt idx="57">
                  <c:v>231.63800000000001</c:v>
                </c:pt>
                <c:pt idx="58">
                  <c:v>231.249</c:v>
                </c:pt>
                <c:pt idx="59">
                  <c:v>231.221</c:v>
                </c:pt>
                <c:pt idx="60">
                  <c:v>231.679</c:v>
                </c:pt>
                <c:pt idx="61">
                  <c:v>232.93700000000001</c:v>
                </c:pt>
                <c:pt idx="62">
                  <c:v>232.28200000000001</c:v>
                </c:pt>
                <c:pt idx="63">
                  <c:v>231.797</c:v>
                </c:pt>
                <c:pt idx="64">
                  <c:v>231.893</c:v>
                </c:pt>
                <c:pt idx="65">
                  <c:v>232.44499999999999</c:v>
                </c:pt>
                <c:pt idx="66">
                  <c:v>232.9</c:v>
                </c:pt>
                <c:pt idx="67">
                  <c:v>233.45599999999999</c:v>
                </c:pt>
                <c:pt idx="68">
                  <c:v>233.54400000000001</c:v>
                </c:pt>
                <c:pt idx="69">
                  <c:v>233.66900000000001</c:v>
                </c:pt>
                <c:pt idx="70">
                  <c:v>234.1</c:v>
                </c:pt>
                <c:pt idx="71">
                  <c:v>234.71899999999999</c:v>
                </c:pt>
                <c:pt idx="72">
                  <c:v>235.28800000000001</c:v>
                </c:pt>
                <c:pt idx="73">
                  <c:v>235.547</c:v>
                </c:pt>
                <c:pt idx="74">
                  <c:v>236.02799999999999</c:v>
                </c:pt>
                <c:pt idx="75">
                  <c:v>236.46799999999999</c:v>
                </c:pt>
                <c:pt idx="76">
                  <c:v>236.91800000000001</c:v>
                </c:pt>
                <c:pt idx="77">
                  <c:v>237.23099999999999</c:v>
                </c:pt>
                <c:pt idx="78">
                  <c:v>237.49799999999999</c:v>
                </c:pt>
                <c:pt idx="79">
                  <c:v>237.46</c:v>
                </c:pt>
                <c:pt idx="80">
                  <c:v>237.477</c:v>
                </c:pt>
                <c:pt idx="81">
                  <c:v>237.43</c:v>
                </c:pt>
                <c:pt idx="82">
                  <c:v>236.983</c:v>
                </c:pt>
                <c:pt idx="83">
                  <c:v>236.25200000000001</c:v>
                </c:pt>
                <c:pt idx="84">
                  <c:v>234.74700000000001</c:v>
                </c:pt>
                <c:pt idx="85">
                  <c:v>235.34200000000001</c:v>
                </c:pt>
                <c:pt idx="86">
                  <c:v>235.976</c:v>
                </c:pt>
                <c:pt idx="87">
                  <c:v>236.22200000000001</c:v>
                </c:pt>
                <c:pt idx="88">
                  <c:v>237.001</c:v>
                </c:pt>
                <c:pt idx="89">
                  <c:v>237.65700000000001</c:v>
                </c:pt>
                <c:pt idx="90">
                  <c:v>238.03399999999999</c:v>
                </c:pt>
                <c:pt idx="91">
                  <c:v>238.03299999999999</c:v>
                </c:pt>
                <c:pt idx="92">
                  <c:v>237.49799999999999</c:v>
                </c:pt>
                <c:pt idx="93">
                  <c:v>237.733</c:v>
                </c:pt>
                <c:pt idx="94">
                  <c:v>238.017</c:v>
                </c:pt>
                <c:pt idx="95">
                  <c:v>237.761</c:v>
                </c:pt>
                <c:pt idx="96">
                  <c:v>237.65199999999999</c:v>
                </c:pt>
                <c:pt idx="97">
                  <c:v>237.33600000000001</c:v>
                </c:pt>
                <c:pt idx="98">
                  <c:v>238.08</c:v>
                </c:pt>
                <c:pt idx="99">
                  <c:v>238.99199999999999</c:v>
                </c:pt>
                <c:pt idx="100">
                  <c:v>239.55699999999999</c:v>
                </c:pt>
                <c:pt idx="101">
                  <c:v>240.22200000000001</c:v>
                </c:pt>
                <c:pt idx="102">
                  <c:v>240.101</c:v>
                </c:pt>
                <c:pt idx="103">
                  <c:v>240.54499999999999</c:v>
                </c:pt>
                <c:pt idx="104">
                  <c:v>241.17599999999999</c:v>
                </c:pt>
                <c:pt idx="105">
                  <c:v>241.74100000000001</c:v>
                </c:pt>
                <c:pt idx="106">
                  <c:v>242.02600000000001</c:v>
                </c:pt>
                <c:pt idx="107">
                  <c:v>242.637</c:v>
                </c:pt>
                <c:pt idx="108">
                  <c:v>243.61799999999999</c:v>
                </c:pt>
                <c:pt idx="109">
                  <c:v>244.006</c:v>
                </c:pt>
                <c:pt idx="110">
                  <c:v>243.892</c:v>
                </c:pt>
                <c:pt idx="111">
                  <c:v>244.19300000000001</c:v>
                </c:pt>
                <c:pt idx="112">
                  <c:v>244.00399999999999</c:v>
                </c:pt>
                <c:pt idx="113">
                  <c:v>244.16300000000001</c:v>
                </c:pt>
                <c:pt idx="114">
                  <c:v>244.24299999999999</c:v>
                </c:pt>
                <c:pt idx="115">
                  <c:v>245.18299999999999</c:v>
                </c:pt>
                <c:pt idx="116">
                  <c:v>246.435</c:v>
                </c:pt>
                <c:pt idx="117">
                  <c:v>246.626</c:v>
                </c:pt>
                <c:pt idx="118">
                  <c:v>247.28399999999999</c:v>
                </c:pt>
                <c:pt idx="119">
                  <c:v>247.80500000000001</c:v>
                </c:pt>
                <c:pt idx="120">
                  <c:v>248.85900000000001</c:v>
                </c:pt>
                <c:pt idx="121">
                  <c:v>249.529</c:v>
                </c:pt>
                <c:pt idx="122">
                  <c:v>249.577</c:v>
                </c:pt>
                <c:pt idx="123">
                  <c:v>250.227</c:v>
                </c:pt>
                <c:pt idx="124">
                  <c:v>250.792</c:v>
                </c:pt>
                <c:pt idx="125">
                  <c:v>251.018</c:v>
                </c:pt>
                <c:pt idx="126">
                  <c:v>251.214</c:v>
                </c:pt>
                <c:pt idx="127">
                  <c:v>251.66300000000001</c:v>
                </c:pt>
                <c:pt idx="128">
                  <c:v>252.18199999999999</c:v>
                </c:pt>
                <c:pt idx="129">
                  <c:v>252.77199999999999</c:v>
                </c:pt>
                <c:pt idx="130">
                  <c:v>252.59399999999999</c:v>
                </c:pt>
                <c:pt idx="131">
                  <c:v>252.767</c:v>
                </c:pt>
                <c:pt idx="132">
                  <c:v>252.56100000000001</c:v>
                </c:pt>
                <c:pt idx="133">
                  <c:v>253.31899999999999</c:v>
                </c:pt>
                <c:pt idx="134">
                  <c:v>254.27699999999999</c:v>
                </c:pt>
                <c:pt idx="135">
                  <c:v>255.233</c:v>
                </c:pt>
                <c:pt idx="136">
                  <c:v>255.29599999999999</c:v>
                </c:pt>
                <c:pt idx="137">
                  <c:v>255.21299999999999</c:v>
                </c:pt>
                <c:pt idx="138">
                  <c:v>255.80199999999999</c:v>
                </c:pt>
                <c:pt idx="139">
                  <c:v>256.036</c:v>
                </c:pt>
                <c:pt idx="140">
                  <c:v>256.43</c:v>
                </c:pt>
                <c:pt idx="141">
                  <c:v>257.15499999999997</c:v>
                </c:pt>
                <c:pt idx="142">
                  <c:v>257.87900000000002</c:v>
                </c:pt>
                <c:pt idx="143">
                  <c:v>258.63</c:v>
                </c:pt>
                <c:pt idx="144">
                  <c:v>259.12700000000001</c:v>
                </c:pt>
                <c:pt idx="145">
                  <c:v>259.25</c:v>
                </c:pt>
                <c:pt idx="146">
                  <c:v>258.07600000000002</c:v>
                </c:pt>
                <c:pt idx="147">
                  <c:v>256.03199999999998</c:v>
                </c:pt>
                <c:pt idx="148">
                  <c:v>255.80199999999999</c:v>
                </c:pt>
                <c:pt idx="149">
                  <c:v>257.04199999999997</c:v>
                </c:pt>
                <c:pt idx="150">
                  <c:v>258.35199999999998</c:v>
                </c:pt>
                <c:pt idx="151">
                  <c:v>259.31599999999997</c:v>
                </c:pt>
                <c:pt idx="152">
                  <c:v>259.99700000000001</c:v>
                </c:pt>
                <c:pt idx="153">
                  <c:v>260.31900000000002</c:v>
                </c:pt>
                <c:pt idx="154">
                  <c:v>260.911</c:v>
                </c:pt>
                <c:pt idx="155">
                  <c:v>262.04500000000002</c:v>
                </c:pt>
                <c:pt idx="156">
                  <c:v>262.63900000000001</c:v>
                </c:pt>
                <c:pt idx="157">
                  <c:v>263.57299999999998</c:v>
                </c:pt>
                <c:pt idx="158">
                  <c:v>264.84699999999998</c:v>
                </c:pt>
                <c:pt idx="159">
                  <c:v>266.625</c:v>
                </c:pt>
                <c:pt idx="160">
                  <c:v>268.404</c:v>
                </c:pt>
                <c:pt idx="161">
                  <c:v>270.70999999999998</c:v>
                </c:pt>
                <c:pt idx="162">
                  <c:v>271.96499999999997</c:v>
                </c:pt>
                <c:pt idx="163">
                  <c:v>272.75200000000001</c:v>
                </c:pt>
                <c:pt idx="164">
                  <c:v>273.94200000000001</c:v>
                </c:pt>
                <c:pt idx="165">
                  <c:v>276.52800000000002</c:v>
                </c:pt>
                <c:pt idx="166">
                  <c:v>278.82400000000001</c:v>
                </c:pt>
                <c:pt idx="167">
                  <c:v>280.80599999999998</c:v>
                </c:pt>
                <c:pt idx="168">
                  <c:v>282.54199999999997</c:v>
                </c:pt>
                <c:pt idx="169">
                  <c:v>284.52499999999998</c:v>
                </c:pt>
                <c:pt idx="170">
                  <c:v>287.46699999999998</c:v>
                </c:pt>
                <c:pt idx="171">
                  <c:v>288.58199999999999</c:v>
                </c:pt>
                <c:pt idx="172">
                  <c:v>291.29899999999998</c:v>
                </c:pt>
                <c:pt idx="173">
                  <c:v>295.072</c:v>
                </c:pt>
                <c:pt idx="174">
                  <c:v>294.94</c:v>
                </c:pt>
                <c:pt idx="175">
                  <c:v>295.16199999999998</c:v>
                </c:pt>
                <c:pt idx="176">
                  <c:v>296.42099999999999</c:v>
                </c:pt>
                <c:pt idx="177">
                  <c:v>297.97899999999998</c:v>
                </c:pt>
                <c:pt idx="178">
                  <c:v>298.70800000000003</c:v>
                </c:pt>
                <c:pt idx="179">
                  <c:v>298.80799999999999</c:v>
                </c:pt>
                <c:pt idx="180">
                  <c:v>300.45600000000002</c:v>
                </c:pt>
                <c:pt idx="181">
                  <c:v>301.476</c:v>
                </c:pt>
                <c:pt idx="182">
                  <c:v>301.64299999999997</c:v>
                </c:pt>
                <c:pt idx="183">
                  <c:v>302.858</c:v>
                </c:pt>
                <c:pt idx="184">
                  <c:v>303.31599999999997</c:v>
                </c:pt>
                <c:pt idx="185">
                  <c:v>304.09899999999999</c:v>
                </c:pt>
                <c:pt idx="186">
                  <c:v>304.61500000000001</c:v>
                </c:pt>
                <c:pt idx="187">
                  <c:v>306.13799999999998</c:v>
                </c:pt>
                <c:pt idx="188">
                  <c:v>307.37400000000002</c:v>
                </c:pt>
                <c:pt idx="189">
                  <c:v>307.65300000000002</c:v>
                </c:pt>
                <c:pt idx="190">
                  <c:v>308.08699999999999</c:v>
                </c:pt>
                <c:pt idx="191">
                  <c:v>308.73500000000001</c:v>
                </c:pt>
                <c:pt idx="192">
                  <c:v>309.79399999999998</c:v>
                </c:pt>
                <c:pt idx="193">
                  <c:v>311.02199999999999</c:v>
                </c:pt>
                <c:pt idx="194">
                  <c:v>312.10700000000003</c:v>
                </c:pt>
                <c:pt idx="195">
                  <c:v>313.01600000000002</c:v>
                </c:pt>
                <c:pt idx="196">
                  <c:v>313.14</c:v>
                </c:pt>
                <c:pt idx="197">
                  <c:v>313.13099999999997</c:v>
                </c:pt>
                <c:pt idx="198">
                  <c:v>313.56599999999997</c:v>
                </c:pt>
                <c:pt idx="199">
                  <c:v>314.13099999999997</c:v>
                </c:pt>
                <c:pt idx="200">
                  <c:v>314.851</c:v>
                </c:pt>
                <c:pt idx="201">
                  <c:v>315.56400000000002</c:v>
                </c:pt>
                <c:pt idx="202">
                  <c:v>316.44900000000001</c:v>
                </c:pt>
                <c:pt idx="203">
                  <c:v>317.60300000000001</c:v>
                </c:pt>
                <c:pt idx="204">
                  <c:v>319.08600000000001</c:v>
                </c:pt>
                <c:pt idx="205">
                  <c:v>319.77499999999998</c:v>
                </c:pt>
                <c:pt idx="206">
                  <c:v>319.61500000000001</c:v>
                </c:pt>
                <c:pt idx="207">
                  <c:v>320.32100000000003</c:v>
                </c:pt>
                <c:pt idx="208">
                  <c:v>320.58</c:v>
                </c:pt>
                <c:pt idx="209">
                  <c:v>321.5</c:v>
                </c:pt>
                <c:pt idx="210">
                  <c:v>322.13200000000001</c:v>
                </c:pt>
                <c:pt idx="211">
                  <c:v>323.36399999999998</c:v>
                </c:pt>
                <c:pt idx="212">
                  <c:v>324.36799999999999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07-4FA6-89FB-A39F7F2F5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9692064"/>
        <c:axId val="202704539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Лист4!$A$3</c15:sqref>
                        </c15:formulaRef>
                      </c:ext>
                    </c:extLst>
                    <c:strCache>
                      <c:ptCount val="1"/>
                      <c:pt idx="0">
                        <c:v>Названия строк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Лист4!$B$2:$HG$2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2008</c:v>
                      </c:pt>
                      <c:pt idx="1">
                        <c:v>2008</c:v>
                      </c:pt>
                      <c:pt idx="2">
                        <c:v>2008</c:v>
                      </c:pt>
                      <c:pt idx="3">
                        <c:v>2008</c:v>
                      </c:pt>
                      <c:pt idx="4">
                        <c:v>2008</c:v>
                      </c:pt>
                      <c:pt idx="5">
                        <c:v>2008</c:v>
                      </c:pt>
                      <c:pt idx="6">
                        <c:v>2008</c:v>
                      </c:pt>
                      <c:pt idx="7">
                        <c:v>2008</c:v>
                      </c:pt>
                      <c:pt idx="8">
                        <c:v>2008</c:v>
                      </c:pt>
                      <c:pt idx="9">
                        <c:v>2008</c:v>
                      </c:pt>
                      <c:pt idx="10">
                        <c:v>2008</c:v>
                      </c:pt>
                      <c:pt idx="11">
                        <c:v>2008</c:v>
                      </c:pt>
                      <c:pt idx="12">
                        <c:v>2009</c:v>
                      </c:pt>
                      <c:pt idx="13">
                        <c:v>2009</c:v>
                      </c:pt>
                      <c:pt idx="14">
                        <c:v>2009</c:v>
                      </c:pt>
                      <c:pt idx="15">
                        <c:v>2009</c:v>
                      </c:pt>
                      <c:pt idx="16">
                        <c:v>2009</c:v>
                      </c:pt>
                      <c:pt idx="17">
                        <c:v>2009</c:v>
                      </c:pt>
                      <c:pt idx="18">
                        <c:v>2009</c:v>
                      </c:pt>
                      <c:pt idx="19">
                        <c:v>2009</c:v>
                      </c:pt>
                      <c:pt idx="20">
                        <c:v>2009</c:v>
                      </c:pt>
                      <c:pt idx="21">
                        <c:v>2009</c:v>
                      </c:pt>
                      <c:pt idx="22">
                        <c:v>2009</c:v>
                      </c:pt>
                      <c:pt idx="23">
                        <c:v>2009</c:v>
                      </c:pt>
                      <c:pt idx="24">
                        <c:v>2010</c:v>
                      </c:pt>
                      <c:pt idx="25">
                        <c:v>2010</c:v>
                      </c:pt>
                      <c:pt idx="26">
                        <c:v>2010</c:v>
                      </c:pt>
                      <c:pt idx="27">
                        <c:v>2010</c:v>
                      </c:pt>
                      <c:pt idx="28">
                        <c:v>2010</c:v>
                      </c:pt>
                      <c:pt idx="29">
                        <c:v>2010</c:v>
                      </c:pt>
                      <c:pt idx="30">
                        <c:v>2010</c:v>
                      </c:pt>
                      <c:pt idx="31">
                        <c:v>2010</c:v>
                      </c:pt>
                      <c:pt idx="32">
                        <c:v>2010</c:v>
                      </c:pt>
                      <c:pt idx="33">
                        <c:v>2010</c:v>
                      </c:pt>
                      <c:pt idx="34">
                        <c:v>2010</c:v>
                      </c:pt>
                      <c:pt idx="35">
                        <c:v>2010</c:v>
                      </c:pt>
                      <c:pt idx="36">
                        <c:v>2011</c:v>
                      </c:pt>
                      <c:pt idx="37">
                        <c:v>2011</c:v>
                      </c:pt>
                      <c:pt idx="38">
                        <c:v>2011</c:v>
                      </c:pt>
                      <c:pt idx="39">
                        <c:v>2011</c:v>
                      </c:pt>
                      <c:pt idx="40">
                        <c:v>2011</c:v>
                      </c:pt>
                      <c:pt idx="41">
                        <c:v>2011</c:v>
                      </c:pt>
                      <c:pt idx="42">
                        <c:v>2011</c:v>
                      </c:pt>
                      <c:pt idx="43">
                        <c:v>2011</c:v>
                      </c:pt>
                      <c:pt idx="44">
                        <c:v>2011</c:v>
                      </c:pt>
                      <c:pt idx="45">
                        <c:v>2011</c:v>
                      </c:pt>
                      <c:pt idx="46">
                        <c:v>2011</c:v>
                      </c:pt>
                      <c:pt idx="47">
                        <c:v>2011</c:v>
                      </c:pt>
                      <c:pt idx="48">
                        <c:v>2012</c:v>
                      </c:pt>
                      <c:pt idx="49">
                        <c:v>2012</c:v>
                      </c:pt>
                      <c:pt idx="50">
                        <c:v>2012</c:v>
                      </c:pt>
                      <c:pt idx="51">
                        <c:v>2012</c:v>
                      </c:pt>
                      <c:pt idx="52">
                        <c:v>2012</c:v>
                      </c:pt>
                      <c:pt idx="53">
                        <c:v>2012</c:v>
                      </c:pt>
                      <c:pt idx="54">
                        <c:v>2012</c:v>
                      </c:pt>
                      <c:pt idx="55">
                        <c:v>2012</c:v>
                      </c:pt>
                      <c:pt idx="56">
                        <c:v>2012</c:v>
                      </c:pt>
                      <c:pt idx="57">
                        <c:v>2012</c:v>
                      </c:pt>
                      <c:pt idx="58">
                        <c:v>2012</c:v>
                      </c:pt>
                      <c:pt idx="59">
                        <c:v>2012</c:v>
                      </c:pt>
                      <c:pt idx="60">
                        <c:v>2013</c:v>
                      </c:pt>
                      <c:pt idx="61">
                        <c:v>2013</c:v>
                      </c:pt>
                      <c:pt idx="62">
                        <c:v>2013</c:v>
                      </c:pt>
                      <c:pt idx="63">
                        <c:v>2013</c:v>
                      </c:pt>
                      <c:pt idx="64">
                        <c:v>2013</c:v>
                      </c:pt>
                      <c:pt idx="65">
                        <c:v>2013</c:v>
                      </c:pt>
                      <c:pt idx="66">
                        <c:v>2013</c:v>
                      </c:pt>
                      <c:pt idx="67">
                        <c:v>2013</c:v>
                      </c:pt>
                      <c:pt idx="68">
                        <c:v>2013</c:v>
                      </c:pt>
                      <c:pt idx="69">
                        <c:v>2013</c:v>
                      </c:pt>
                      <c:pt idx="70">
                        <c:v>2013</c:v>
                      </c:pt>
                      <c:pt idx="71">
                        <c:v>2013</c:v>
                      </c:pt>
                      <c:pt idx="72">
                        <c:v>2014</c:v>
                      </c:pt>
                      <c:pt idx="73">
                        <c:v>2014</c:v>
                      </c:pt>
                      <c:pt idx="74">
                        <c:v>2014</c:v>
                      </c:pt>
                      <c:pt idx="75">
                        <c:v>2014</c:v>
                      </c:pt>
                      <c:pt idx="76">
                        <c:v>2014</c:v>
                      </c:pt>
                      <c:pt idx="77">
                        <c:v>2014</c:v>
                      </c:pt>
                      <c:pt idx="78">
                        <c:v>2014</c:v>
                      </c:pt>
                      <c:pt idx="79">
                        <c:v>2014</c:v>
                      </c:pt>
                      <c:pt idx="80">
                        <c:v>2014</c:v>
                      </c:pt>
                      <c:pt idx="81">
                        <c:v>2014</c:v>
                      </c:pt>
                      <c:pt idx="82">
                        <c:v>2014</c:v>
                      </c:pt>
                      <c:pt idx="83">
                        <c:v>2014</c:v>
                      </c:pt>
                      <c:pt idx="84">
                        <c:v>2015</c:v>
                      </c:pt>
                      <c:pt idx="85">
                        <c:v>2015</c:v>
                      </c:pt>
                      <c:pt idx="86">
                        <c:v>2015</c:v>
                      </c:pt>
                      <c:pt idx="87">
                        <c:v>2015</c:v>
                      </c:pt>
                      <c:pt idx="88">
                        <c:v>2015</c:v>
                      </c:pt>
                      <c:pt idx="89">
                        <c:v>2015</c:v>
                      </c:pt>
                      <c:pt idx="90">
                        <c:v>2015</c:v>
                      </c:pt>
                      <c:pt idx="91">
                        <c:v>2015</c:v>
                      </c:pt>
                      <c:pt idx="92">
                        <c:v>2015</c:v>
                      </c:pt>
                      <c:pt idx="93">
                        <c:v>2015</c:v>
                      </c:pt>
                      <c:pt idx="94">
                        <c:v>2015</c:v>
                      </c:pt>
                      <c:pt idx="95">
                        <c:v>2015</c:v>
                      </c:pt>
                      <c:pt idx="96">
                        <c:v>2016</c:v>
                      </c:pt>
                      <c:pt idx="97">
                        <c:v>2016</c:v>
                      </c:pt>
                      <c:pt idx="98">
                        <c:v>2016</c:v>
                      </c:pt>
                      <c:pt idx="99">
                        <c:v>2016</c:v>
                      </c:pt>
                      <c:pt idx="100">
                        <c:v>2016</c:v>
                      </c:pt>
                      <c:pt idx="101">
                        <c:v>2016</c:v>
                      </c:pt>
                      <c:pt idx="102">
                        <c:v>2016</c:v>
                      </c:pt>
                      <c:pt idx="103">
                        <c:v>2016</c:v>
                      </c:pt>
                      <c:pt idx="104">
                        <c:v>2016</c:v>
                      </c:pt>
                      <c:pt idx="105">
                        <c:v>2016</c:v>
                      </c:pt>
                      <c:pt idx="106">
                        <c:v>2016</c:v>
                      </c:pt>
                      <c:pt idx="107">
                        <c:v>2016</c:v>
                      </c:pt>
                      <c:pt idx="108">
                        <c:v>2017</c:v>
                      </c:pt>
                      <c:pt idx="109">
                        <c:v>2017</c:v>
                      </c:pt>
                      <c:pt idx="110">
                        <c:v>2017</c:v>
                      </c:pt>
                      <c:pt idx="111">
                        <c:v>2017</c:v>
                      </c:pt>
                      <c:pt idx="112">
                        <c:v>2017</c:v>
                      </c:pt>
                      <c:pt idx="113">
                        <c:v>2017</c:v>
                      </c:pt>
                      <c:pt idx="114">
                        <c:v>2017</c:v>
                      </c:pt>
                      <c:pt idx="115">
                        <c:v>2017</c:v>
                      </c:pt>
                      <c:pt idx="116">
                        <c:v>2017</c:v>
                      </c:pt>
                      <c:pt idx="117">
                        <c:v>2017</c:v>
                      </c:pt>
                      <c:pt idx="118">
                        <c:v>2017</c:v>
                      </c:pt>
                      <c:pt idx="119">
                        <c:v>2017</c:v>
                      </c:pt>
                      <c:pt idx="120">
                        <c:v>2018</c:v>
                      </c:pt>
                      <c:pt idx="121">
                        <c:v>2018</c:v>
                      </c:pt>
                      <c:pt idx="122">
                        <c:v>2018</c:v>
                      </c:pt>
                      <c:pt idx="123">
                        <c:v>2018</c:v>
                      </c:pt>
                      <c:pt idx="124">
                        <c:v>2018</c:v>
                      </c:pt>
                      <c:pt idx="125">
                        <c:v>2018</c:v>
                      </c:pt>
                      <c:pt idx="126">
                        <c:v>2018</c:v>
                      </c:pt>
                      <c:pt idx="127">
                        <c:v>2018</c:v>
                      </c:pt>
                      <c:pt idx="128">
                        <c:v>2018</c:v>
                      </c:pt>
                      <c:pt idx="129">
                        <c:v>2018</c:v>
                      </c:pt>
                      <c:pt idx="130">
                        <c:v>2018</c:v>
                      </c:pt>
                      <c:pt idx="131">
                        <c:v>2018</c:v>
                      </c:pt>
                      <c:pt idx="132">
                        <c:v>2019</c:v>
                      </c:pt>
                      <c:pt idx="133">
                        <c:v>2019</c:v>
                      </c:pt>
                      <c:pt idx="134">
                        <c:v>2019</c:v>
                      </c:pt>
                      <c:pt idx="135">
                        <c:v>2019</c:v>
                      </c:pt>
                      <c:pt idx="136">
                        <c:v>2019</c:v>
                      </c:pt>
                      <c:pt idx="137">
                        <c:v>2019</c:v>
                      </c:pt>
                      <c:pt idx="138">
                        <c:v>2019</c:v>
                      </c:pt>
                      <c:pt idx="139">
                        <c:v>2019</c:v>
                      </c:pt>
                      <c:pt idx="140">
                        <c:v>2019</c:v>
                      </c:pt>
                      <c:pt idx="141">
                        <c:v>2019</c:v>
                      </c:pt>
                      <c:pt idx="142">
                        <c:v>2019</c:v>
                      </c:pt>
                      <c:pt idx="143">
                        <c:v>2019</c:v>
                      </c:pt>
                      <c:pt idx="144">
                        <c:v>2020</c:v>
                      </c:pt>
                      <c:pt idx="145">
                        <c:v>2020</c:v>
                      </c:pt>
                      <c:pt idx="146">
                        <c:v>2020</c:v>
                      </c:pt>
                      <c:pt idx="147">
                        <c:v>2020</c:v>
                      </c:pt>
                      <c:pt idx="148">
                        <c:v>2020</c:v>
                      </c:pt>
                      <c:pt idx="149">
                        <c:v>2020</c:v>
                      </c:pt>
                      <c:pt idx="150">
                        <c:v>2020</c:v>
                      </c:pt>
                      <c:pt idx="151">
                        <c:v>2020</c:v>
                      </c:pt>
                      <c:pt idx="152">
                        <c:v>2020</c:v>
                      </c:pt>
                      <c:pt idx="153">
                        <c:v>2020</c:v>
                      </c:pt>
                      <c:pt idx="154">
                        <c:v>2020</c:v>
                      </c:pt>
                      <c:pt idx="155">
                        <c:v>2020</c:v>
                      </c:pt>
                      <c:pt idx="156">
                        <c:v>2021</c:v>
                      </c:pt>
                      <c:pt idx="157">
                        <c:v>2021</c:v>
                      </c:pt>
                      <c:pt idx="158">
                        <c:v>2021</c:v>
                      </c:pt>
                      <c:pt idx="159">
                        <c:v>2021</c:v>
                      </c:pt>
                      <c:pt idx="160">
                        <c:v>2021</c:v>
                      </c:pt>
                      <c:pt idx="161">
                        <c:v>2021</c:v>
                      </c:pt>
                      <c:pt idx="162">
                        <c:v>2021</c:v>
                      </c:pt>
                      <c:pt idx="163">
                        <c:v>2021</c:v>
                      </c:pt>
                      <c:pt idx="164">
                        <c:v>2021</c:v>
                      </c:pt>
                      <c:pt idx="165">
                        <c:v>2021</c:v>
                      </c:pt>
                      <c:pt idx="166">
                        <c:v>2021</c:v>
                      </c:pt>
                      <c:pt idx="167">
                        <c:v>2021</c:v>
                      </c:pt>
                      <c:pt idx="168">
                        <c:v>2022</c:v>
                      </c:pt>
                      <c:pt idx="169">
                        <c:v>2022</c:v>
                      </c:pt>
                      <c:pt idx="170">
                        <c:v>2022</c:v>
                      </c:pt>
                      <c:pt idx="171">
                        <c:v>2022</c:v>
                      </c:pt>
                      <c:pt idx="172">
                        <c:v>2022</c:v>
                      </c:pt>
                      <c:pt idx="173">
                        <c:v>2022</c:v>
                      </c:pt>
                      <c:pt idx="174">
                        <c:v>2022</c:v>
                      </c:pt>
                      <c:pt idx="175">
                        <c:v>2022</c:v>
                      </c:pt>
                      <c:pt idx="176">
                        <c:v>2022</c:v>
                      </c:pt>
                      <c:pt idx="177">
                        <c:v>2022</c:v>
                      </c:pt>
                      <c:pt idx="178">
                        <c:v>2022</c:v>
                      </c:pt>
                      <c:pt idx="179">
                        <c:v>2022</c:v>
                      </c:pt>
                      <c:pt idx="180">
                        <c:v>2023</c:v>
                      </c:pt>
                      <c:pt idx="181">
                        <c:v>2023</c:v>
                      </c:pt>
                      <c:pt idx="182">
                        <c:v>2023</c:v>
                      </c:pt>
                      <c:pt idx="183">
                        <c:v>2023</c:v>
                      </c:pt>
                      <c:pt idx="184">
                        <c:v>2023</c:v>
                      </c:pt>
                      <c:pt idx="185">
                        <c:v>2023</c:v>
                      </c:pt>
                      <c:pt idx="186">
                        <c:v>2023</c:v>
                      </c:pt>
                      <c:pt idx="187">
                        <c:v>2023</c:v>
                      </c:pt>
                      <c:pt idx="188">
                        <c:v>2023</c:v>
                      </c:pt>
                      <c:pt idx="189">
                        <c:v>2023</c:v>
                      </c:pt>
                      <c:pt idx="190">
                        <c:v>2023</c:v>
                      </c:pt>
                      <c:pt idx="191">
                        <c:v>2023</c:v>
                      </c:pt>
                      <c:pt idx="192">
                        <c:v>2024</c:v>
                      </c:pt>
                      <c:pt idx="193">
                        <c:v>2024</c:v>
                      </c:pt>
                      <c:pt idx="194">
                        <c:v>2024</c:v>
                      </c:pt>
                      <c:pt idx="195">
                        <c:v>2024</c:v>
                      </c:pt>
                      <c:pt idx="196">
                        <c:v>2024</c:v>
                      </c:pt>
                      <c:pt idx="197">
                        <c:v>2024</c:v>
                      </c:pt>
                      <c:pt idx="198">
                        <c:v>2024</c:v>
                      </c:pt>
                      <c:pt idx="199">
                        <c:v>2024</c:v>
                      </c:pt>
                      <c:pt idx="200">
                        <c:v>2024</c:v>
                      </c:pt>
                      <c:pt idx="201">
                        <c:v>2024</c:v>
                      </c:pt>
                      <c:pt idx="202">
                        <c:v>2024</c:v>
                      </c:pt>
                      <c:pt idx="203">
                        <c:v>2024</c:v>
                      </c:pt>
                      <c:pt idx="204">
                        <c:v>2025</c:v>
                      </c:pt>
                      <c:pt idx="205">
                        <c:v>2025</c:v>
                      </c:pt>
                      <c:pt idx="206">
                        <c:v>2025</c:v>
                      </c:pt>
                      <c:pt idx="207">
                        <c:v>2025</c:v>
                      </c:pt>
                      <c:pt idx="208">
                        <c:v>2025</c:v>
                      </c:pt>
                      <c:pt idx="209">
                        <c:v>2025</c:v>
                      </c:pt>
                      <c:pt idx="210">
                        <c:v>2025</c:v>
                      </c:pt>
                      <c:pt idx="211">
                        <c:v>2025</c:v>
                      </c:pt>
                      <c:pt idx="212">
                        <c:v>2025</c:v>
                      </c:pt>
                      <c:pt idx="213">
                        <c:v>2025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Лист4!$B$3:$HG$3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</c:v>
                      </c:pt>
                      <c:pt idx="13">
                        <c:v>2</c:v>
                      </c:pt>
                      <c:pt idx="14">
                        <c:v>3</c:v>
                      </c:pt>
                      <c:pt idx="15">
                        <c:v>4</c:v>
                      </c:pt>
                      <c:pt idx="16">
                        <c:v>5</c:v>
                      </c:pt>
                      <c:pt idx="17">
                        <c:v>6</c:v>
                      </c:pt>
                      <c:pt idx="18">
                        <c:v>7</c:v>
                      </c:pt>
                      <c:pt idx="19">
                        <c:v>8</c:v>
                      </c:pt>
                      <c:pt idx="20">
                        <c:v>9</c:v>
                      </c:pt>
                      <c:pt idx="21">
                        <c:v>10</c:v>
                      </c:pt>
                      <c:pt idx="22">
                        <c:v>11</c:v>
                      </c:pt>
                      <c:pt idx="23">
                        <c:v>12</c:v>
                      </c:pt>
                      <c:pt idx="24">
                        <c:v>1</c:v>
                      </c:pt>
                      <c:pt idx="25">
                        <c:v>2</c:v>
                      </c:pt>
                      <c:pt idx="26">
                        <c:v>3</c:v>
                      </c:pt>
                      <c:pt idx="27">
                        <c:v>4</c:v>
                      </c:pt>
                      <c:pt idx="28">
                        <c:v>5</c:v>
                      </c:pt>
                      <c:pt idx="29">
                        <c:v>6</c:v>
                      </c:pt>
                      <c:pt idx="30">
                        <c:v>7</c:v>
                      </c:pt>
                      <c:pt idx="31">
                        <c:v>8</c:v>
                      </c:pt>
                      <c:pt idx="32">
                        <c:v>9</c:v>
                      </c:pt>
                      <c:pt idx="33">
                        <c:v>10</c:v>
                      </c:pt>
                      <c:pt idx="34">
                        <c:v>11</c:v>
                      </c:pt>
                      <c:pt idx="35">
                        <c:v>12</c:v>
                      </c:pt>
                      <c:pt idx="36">
                        <c:v>1</c:v>
                      </c:pt>
                      <c:pt idx="37">
                        <c:v>2</c:v>
                      </c:pt>
                      <c:pt idx="38">
                        <c:v>3</c:v>
                      </c:pt>
                      <c:pt idx="39">
                        <c:v>4</c:v>
                      </c:pt>
                      <c:pt idx="40">
                        <c:v>5</c:v>
                      </c:pt>
                      <c:pt idx="41">
                        <c:v>6</c:v>
                      </c:pt>
                      <c:pt idx="42">
                        <c:v>7</c:v>
                      </c:pt>
                      <c:pt idx="43">
                        <c:v>8</c:v>
                      </c:pt>
                      <c:pt idx="44">
                        <c:v>9</c:v>
                      </c:pt>
                      <c:pt idx="45">
                        <c:v>10</c:v>
                      </c:pt>
                      <c:pt idx="46">
                        <c:v>11</c:v>
                      </c:pt>
                      <c:pt idx="47">
                        <c:v>12</c:v>
                      </c:pt>
                      <c:pt idx="48">
                        <c:v>1</c:v>
                      </c:pt>
                      <c:pt idx="49">
                        <c:v>2</c:v>
                      </c:pt>
                      <c:pt idx="50">
                        <c:v>3</c:v>
                      </c:pt>
                      <c:pt idx="51">
                        <c:v>4</c:v>
                      </c:pt>
                      <c:pt idx="52">
                        <c:v>5</c:v>
                      </c:pt>
                      <c:pt idx="53">
                        <c:v>6</c:v>
                      </c:pt>
                      <c:pt idx="54">
                        <c:v>7</c:v>
                      </c:pt>
                      <c:pt idx="55">
                        <c:v>8</c:v>
                      </c:pt>
                      <c:pt idx="56">
                        <c:v>9</c:v>
                      </c:pt>
                      <c:pt idx="57">
                        <c:v>10</c:v>
                      </c:pt>
                      <c:pt idx="58">
                        <c:v>11</c:v>
                      </c:pt>
                      <c:pt idx="59">
                        <c:v>12</c:v>
                      </c:pt>
                      <c:pt idx="60">
                        <c:v>1</c:v>
                      </c:pt>
                      <c:pt idx="61">
                        <c:v>2</c:v>
                      </c:pt>
                      <c:pt idx="62">
                        <c:v>3</c:v>
                      </c:pt>
                      <c:pt idx="63">
                        <c:v>4</c:v>
                      </c:pt>
                      <c:pt idx="64">
                        <c:v>5</c:v>
                      </c:pt>
                      <c:pt idx="65">
                        <c:v>6</c:v>
                      </c:pt>
                      <c:pt idx="66">
                        <c:v>7</c:v>
                      </c:pt>
                      <c:pt idx="67">
                        <c:v>8</c:v>
                      </c:pt>
                      <c:pt idx="68">
                        <c:v>9</c:v>
                      </c:pt>
                      <c:pt idx="69">
                        <c:v>10</c:v>
                      </c:pt>
                      <c:pt idx="70">
                        <c:v>11</c:v>
                      </c:pt>
                      <c:pt idx="71">
                        <c:v>12</c:v>
                      </c:pt>
                      <c:pt idx="72">
                        <c:v>1</c:v>
                      </c:pt>
                      <c:pt idx="73">
                        <c:v>2</c:v>
                      </c:pt>
                      <c:pt idx="74">
                        <c:v>3</c:v>
                      </c:pt>
                      <c:pt idx="75">
                        <c:v>4</c:v>
                      </c:pt>
                      <c:pt idx="76">
                        <c:v>5</c:v>
                      </c:pt>
                      <c:pt idx="77">
                        <c:v>6</c:v>
                      </c:pt>
                      <c:pt idx="78">
                        <c:v>7</c:v>
                      </c:pt>
                      <c:pt idx="79">
                        <c:v>8</c:v>
                      </c:pt>
                      <c:pt idx="80">
                        <c:v>9</c:v>
                      </c:pt>
                      <c:pt idx="81">
                        <c:v>10</c:v>
                      </c:pt>
                      <c:pt idx="82">
                        <c:v>11</c:v>
                      </c:pt>
                      <c:pt idx="83">
                        <c:v>12</c:v>
                      </c:pt>
                      <c:pt idx="84">
                        <c:v>1</c:v>
                      </c:pt>
                      <c:pt idx="85">
                        <c:v>2</c:v>
                      </c:pt>
                      <c:pt idx="86">
                        <c:v>3</c:v>
                      </c:pt>
                      <c:pt idx="87">
                        <c:v>4</c:v>
                      </c:pt>
                      <c:pt idx="88">
                        <c:v>5</c:v>
                      </c:pt>
                      <c:pt idx="89">
                        <c:v>6</c:v>
                      </c:pt>
                      <c:pt idx="90">
                        <c:v>7</c:v>
                      </c:pt>
                      <c:pt idx="91">
                        <c:v>8</c:v>
                      </c:pt>
                      <c:pt idx="92">
                        <c:v>9</c:v>
                      </c:pt>
                      <c:pt idx="93">
                        <c:v>10</c:v>
                      </c:pt>
                      <c:pt idx="94">
                        <c:v>11</c:v>
                      </c:pt>
                      <c:pt idx="95">
                        <c:v>12</c:v>
                      </c:pt>
                      <c:pt idx="96">
                        <c:v>1</c:v>
                      </c:pt>
                      <c:pt idx="97">
                        <c:v>2</c:v>
                      </c:pt>
                      <c:pt idx="98">
                        <c:v>3</c:v>
                      </c:pt>
                      <c:pt idx="99">
                        <c:v>4</c:v>
                      </c:pt>
                      <c:pt idx="100">
                        <c:v>5</c:v>
                      </c:pt>
                      <c:pt idx="101">
                        <c:v>6</c:v>
                      </c:pt>
                      <c:pt idx="102">
                        <c:v>7</c:v>
                      </c:pt>
                      <c:pt idx="103">
                        <c:v>8</c:v>
                      </c:pt>
                      <c:pt idx="104">
                        <c:v>9</c:v>
                      </c:pt>
                      <c:pt idx="105">
                        <c:v>10</c:v>
                      </c:pt>
                      <c:pt idx="106">
                        <c:v>11</c:v>
                      </c:pt>
                      <c:pt idx="107">
                        <c:v>12</c:v>
                      </c:pt>
                      <c:pt idx="108">
                        <c:v>1</c:v>
                      </c:pt>
                      <c:pt idx="109">
                        <c:v>2</c:v>
                      </c:pt>
                      <c:pt idx="110">
                        <c:v>3</c:v>
                      </c:pt>
                      <c:pt idx="111">
                        <c:v>4</c:v>
                      </c:pt>
                      <c:pt idx="112">
                        <c:v>5</c:v>
                      </c:pt>
                      <c:pt idx="113">
                        <c:v>6</c:v>
                      </c:pt>
                      <c:pt idx="114">
                        <c:v>7</c:v>
                      </c:pt>
                      <c:pt idx="115">
                        <c:v>8</c:v>
                      </c:pt>
                      <c:pt idx="116">
                        <c:v>9</c:v>
                      </c:pt>
                      <c:pt idx="117">
                        <c:v>10</c:v>
                      </c:pt>
                      <c:pt idx="118">
                        <c:v>11</c:v>
                      </c:pt>
                      <c:pt idx="119">
                        <c:v>12</c:v>
                      </c:pt>
                      <c:pt idx="120">
                        <c:v>1</c:v>
                      </c:pt>
                      <c:pt idx="121">
                        <c:v>2</c:v>
                      </c:pt>
                      <c:pt idx="122">
                        <c:v>3</c:v>
                      </c:pt>
                      <c:pt idx="123">
                        <c:v>4</c:v>
                      </c:pt>
                      <c:pt idx="124">
                        <c:v>5</c:v>
                      </c:pt>
                      <c:pt idx="125">
                        <c:v>6</c:v>
                      </c:pt>
                      <c:pt idx="126">
                        <c:v>7</c:v>
                      </c:pt>
                      <c:pt idx="127">
                        <c:v>8</c:v>
                      </c:pt>
                      <c:pt idx="128">
                        <c:v>9</c:v>
                      </c:pt>
                      <c:pt idx="129">
                        <c:v>10</c:v>
                      </c:pt>
                      <c:pt idx="130">
                        <c:v>11</c:v>
                      </c:pt>
                      <c:pt idx="131">
                        <c:v>12</c:v>
                      </c:pt>
                      <c:pt idx="132">
                        <c:v>1</c:v>
                      </c:pt>
                      <c:pt idx="133">
                        <c:v>2</c:v>
                      </c:pt>
                      <c:pt idx="134">
                        <c:v>3</c:v>
                      </c:pt>
                      <c:pt idx="135">
                        <c:v>4</c:v>
                      </c:pt>
                      <c:pt idx="136">
                        <c:v>5</c:v>
                      </c:pt>
                      <c:pt idx="137">
                        <c:v>6</c:v>
                      </c:pt>
                      <c:pt idx="138">
                        <c:v>7</c:v>
                      </c:pt>
                      <c:pt idx="139">
                        <c:v>8</c:v>
                      </c:pt>
                      <c:pt idx="140">
                        <c:v>9</c:v>
                      </c:pt>
                      <c:pt idx="141">
                        <c:v>10</c:v>
                      </c:pt>
                      <c:pt idx="142">
                        <c:v>11</c:v>
                      </c:pt>
                      <c:pt idx="143">
                        <c:v>12</c:v>
                      </c:pt>
                      <c:pt idx="144">
                        <c:v>1</c:v>
                      </c:pt>
                      <c:pt idx="145">
                        <c:v>2</c:v>
                      </c:pt>
                      <c:pt idx="146">
                        <c:v>3</c:v>
                      </c:pt>
                      <c:pt idx="147">
                        <c:v>4</c:v>
                      </c:pt>
                      <c:pt idx="148">
                        <c:v>5</c:v>
                      </c:pt>
                      <c:pt idx="149">
                        <c:v>6</c:v>
                      </c:pt>
                      <c:pt idx="150">
                        <c:v>7</c:v>
                      </c:pt>
                      <c:pt idx="151">
                        <c:v>8</c:v>
                      </c:pt>
                      <c:pt idx="152">
                        <c:v>9</c:v>
                      </c:pt>
                      <c:pt idx="153">
                        <c:v>10</c:v>
                      </c:pt>
                      <c:pt idx="154">
                        <c:v>11</c:v>
                      </c:pt>
                      <c:pt idx="155">
                        <c:v>12</c:v>
                      </c:pt>
                      <c:pt idx="156">
                        <c:v>1</c:v>
                      </c:pt>
                      <c:pt idx="157">
                        <c:v>2</c:v>
                      </c:pt>
                      <c:pt idx="158">
                        <c:v>3</c:v>
                      </c:pt>
                      <c:pt idx="159">
                        <c:v>4</c:v>
                      </c:pt>
                      <c:pt idx="160">
                        <c:v>5</c:v>
                      </c:pt>
                      <c:pt idx="161">
                        <c:v>6</c:v>
                      </c:pt>
                      <c:pt idx="162">
                        <c:v>7</c:v>
                      </c:pt>
                      <c:pt idx="163">
                        <c:v>8</c:v>
                      </c:pt>
                      <c:pt idx="164">
                        <c:v>9</c:v>
                      </c:pt>
                      <c:pt idx="165">
                        <c:v>10</c:v>
                      </c:pt>
                      <c:pt idx="166">
                        <c:v>11</c:v>
                      </c:pt>
                      <c:pt idx="167">
                        <c:v>12</c:v>
                      </c:pt>
                      <c:pt idx="168">
                        <c:v>1</c:v>
                      </c:pt>
                      <c:pt idx="169">
                        <c:v>2</c:v>
                      </c:pt>
                      <c:pt idx="170">
                        <c:v>3</c:v>
                      </c:pt>
                      <c:pt idx="171">
                        <c:v>4</c:v>
                      </c:pt>
                      <c:pt idx="172">
                        <c:v>5</c:v>
                      </c:pt>
                      <c:pt idx="173">
                        <c:v>6</c:v>
                      </c:pt>
                      <c:pt idx="174">
                        <c:v>7</c:v>
                      </c:pt>
                      <c:pt idx="175">
                        <c:v>8</c:v>
                      </c:pt>
                      <c:pt idx="176">
                        <c:v>9</c:v>
                      </c:pt>
                      <c:pt idx="177">
                        <c:v>10</c:v>
                      </c:pt>
                      <c:pt idx="178">
                        <c:v>11</c:v>
                      </c:pt>
                      <c:pt idx="179">
                        <c:v>12</c:v>
                      </c:pt>
                      <c:pt idx="180">
                        <c:v>1</c:v>
                      </c:pt>
                      <c:pt idx="181">
                        <c:v>2</c:v>
                      </c:pt>
                      <c:pt idx="182">
                        <c:v>3</c:v>
                      </c:pt>
                      <c:pt idx="183">
                        <c:v>4</c:v>
                      </c:pt>
                      <c:pt idx="184">
                        <c:v>5</c:v>
                      </c:pt>
                      <c:pt idx="185">
                        <c:v>6</c:v>
                      </c:pt>
                      <c:pt idx="186">
                        <c:v>7</c:v>
                      </c:pt>
                      <c:pt idx="187">
                        <c:v>8</c:v>
                      </c:pt>
                      <c:pt idx="188">
                        <c:v>9</c:v>
                      </c:pt>
                      <c:pt idx="189">
                        <c:v>10</c:v>
                      </c:pt>
                      <c:pt idx="190">
                        <c:v>11</c:v>
                      </c:pt>
                      <c:pt idx="191">
                        <c:v>12</c:v>
                      </c:pt>
                      <c:pt idx="192">
                        <c:v>1</c:v>
                      </c:pt>
                      <c:pt idx="193">
                        <c:v>2</c:v>
                      </c:pt>
                      <c:pt idx="194">
                        <c:v>3</c:v>
                      </c:pt>
                      <c:pt idx="195">
                        <c:v>4</c:v>
                      </c:pt>
                      <c:pt idx="196">
                        <c:v>5</c:v>
                      </c:pt>
                      <c:pt idx="197">
                        <c:v>6</c:v>
                      </c:pt>
                      <c:pt idx="198">
                        <c:v>7</c:v>
                      </c:pt>
                      <c:pt idx="199">
                        <c:v>8</c:v>
                      </c:pt>
                      <c:pt idx="200">
                        <c:v>9</c:v>
                      </c:pt>
                      <c:pt idx="201">
                        <c:v>10</c:v>
                      </c:pt>
                      <c:pt idx="202">
                        <c:v>11</c:v>
                      </c:pt>
                      <c:pt idx="203">
                        <c:v>12</c:v>
                      </c:pt>
                      <c:pt idx="204">
                        <c:v>1</c:v>
                      </c:pt>
                      <c:pt idx="205">
                        <c:v>2</c:v>
                      </c:pt>
                      <c:pt idx="206">
                        <c:v>3</c:v>
                      </c:pt>
                      <c:pt idx="207">
                        <c:v>4</c:v>
                      </c:pt>
                      <c:pt idx="208">
                        <c:v>5</c:v>
                      </c:pt>
                      <c:pt idx="209">
                        <c:v>6</c:v>
                      </c:pt>
                      <c:pt idx="210">
                        <c:v>7</c:v>
                      </c:pt>
                      <c:pt idx="211">
                        <c:v>8</c:v>
                      </c:pt>
                      <c:pt idx="212">
                        <c:v>9</c:v>
                      </c:pt>
                      <c:pt idx="213">
                        <c:v>10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FF07-4FA6-89FB-A39F7F2F58A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Лист4!$A$7</c15:sqref>
                        </c15:formulaRef>
                      </c:ext>
                    </c:extLst>
                    <c:strCache>
                      <c:ptCount val="1"/>
                      <c:pt idx="0">
                        <c:v>M2 Money Stock (SA, $bn)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Лист4!$B$2:$HG$2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2008</c:v>
                      </c:pt>
                      <c:pt idx="1">
                        <c:v>2008</c:v>
                      </c:pt>
                      <c:pt idx="2">
                        <c:v>2008</c:v>
                      </c:pt>
                      <c:pt idx="3">
                        <c:v>2008</c:v>
                      </c:pt>
                      <c:pt idx="4">
                        <c:v>2008</c:v>
                      </c:pt>
                      <c:pt idx="5">
                        <c:v>2008</c:v>
                      </c:pt>
                      <c:pt idx="6">
                        <c:v>2008</c:v>
                      </c:pt>
                      <c:pt idx="7">
                        <c:v>2008</c:v>
                      </c:pt>
                      <c:pt idx="8">
                        <c:v>2008</c:v>
                      </c:pt>
                      <c:pt idx="9">
                        <c:v>2008</c:v>
                      </c:pt>
                      <c:pt idx="10">
                        <c:v>2008</c:v>
                      </c:pt>
                      <c:pt idx="11">
                        <c:v>2008</c:v>
                      </c:pt>
                      <c:pt idx="12">
                        <c:v>2009</c:v>
                      </c:pt>
                      <c:pt idx="13">
                        <c:v>2009</c:v>
                      </c:pt>
                      <c:pt idx="14">
                        <c:v>2009</c:v>
                      </c:pt>
                      <c:pt idx="15">
                        <c:v>2009</c:v>
                      </c:pt>
                      <c:pt idx="16">
                        <c:v>2009</c:v>
                      </c:pt>
                      <c:pt idx="17">
                        <c:v>2009</c:v>
                      </c:pt>
                      <c:pt idx="18">
                        <c:v>2009</c:v>
                      </c:pt>
                      <c:pt idx="19">
                        <c:v>2009</c:v>
                      </c:pt>
                      <c:pt idx="20">
                        <c:v>2009</c:v>
                      </c:pt>
                      <c:pt idx="21">
                        <c:v>2009</c:v>
                      </c:pt>
                      <c:pt idx="22">
                        <c:v>2009</c:v>
                      </c:pt>
                      <c:pt idx="23">
                        <c:v>2009</c:v>
                      </c:pt>
                      <c:pt idx="24">
                        <c:v>2010</c:v>
                      </c:pt>
                      <c:pt idx="25">
                        <c:v>2010</c:v>
                      </c:pt>
                      <c:pt idx="26">
                        <c:v>2010</c:v>
                      </c:pt>
                      <c:pt idx="27">
                        <c:v>2010</c:v>
                      </c:pt>
                      <c:pt idx="28">
                        <c:v>2010</c:v>
                      </c:pt>
                      <c:pt idx="29">
                        <c:v>2010</c:v>
                      </c:pt>
                      <c:pt idx="30">
                        <c:v>2010</c:v>
                      </c:pt>
                      <c:pt idx="31">
                        <c:v>2010</c:v>
                      </c:pt>
                      <c:pt idx="32">
                        <c:v>2010</c:v>
                      </c:pt>
                      <c:pt idx="33">
                        <c:v>2010</c:v>
                      </c:pt>
                      <c:pt idx="34">
                        <c:v>2010</c:v>
                      </c:pt>
                      <c:pt idx="35">
                        <c:v>2010</c:v>
                      </c:pt>
                      <c:pt idx="36">
                        <c:v>2011</c:v>
                      </c:pt>
                      <c:pt idx="37">
                        <c:v>2011</c:v>
                      </c:pt>
                      <c:pt idx="38">
                        <c:v>2011</c:v>
                      </c:pt>
                      <c:pt idx="39">
                        <c:v>2011</c:v>
                      </c:pt>
                      <c:pt idx="40">
                        <c:v>2011</c:v>
                      </c:pt>
                      <c:pt idx="41">
                        <c:v>2011</c:v>
                      </c:pt>
                      <c:pt idx="42">
                        <c:v>2011</c:v>
                      </c:pt>
                      <c:pt idx="43">
                        <c:v>2011</c:v>
                      </c:pt>
                      <c:pt idx="44">
                        <c:v>2011</c:v>
                      </c:pt>
                      <c:pt idx="45">
                        <c:v>2011</c:v>
                      </c:pt>
                      <c:pt idx="46">
                        <c:v>2011</c:v>
                      </c:pt>
                      <c:pt idx="47">
                        <c:v>2011</c:v>
                      </c:pt>
                      <c:pt idx="48">
                        <c:v>2012</c:v>
                      </c:pt>
                      <c:pt idx="49">
                        <c:v>2012</c:v>
                      </c:pt>
                      <c:pt idx="50">
                        <c:v>2012</c:v>
                      </c:pt>
                      <c:pt idx="51">
                        <c:v>2012</c:v>
                      </c:pt>
                      <c:pt idx="52">
                        <c:v>2012</c:v>
                      </c:pt>
                      <c:pt idx="53">
                        <c:v>2012</c:v>
                      </c:pt>
                      <c:pt idx="54">
                        <c:v>2012</c:v>
                      </c:pt>
                      <c:pt idx="55">
                        <c:v>2012</c:v>
                      </c:pt>
                      <c:pt idx="56">
                        <c:v>2012</c:v>
                      </c:pt>
                      <c:pt idx="57">
                        <c:v>2012</c:v>
                      </c:pt>
                      <c:pt idx="58">
                        <c:v>2012</c:v>
                      </c:pt>
                      <c:pt idx="59">
                        <c:v>2012</c:v>
                      </c:pt>
                      <c:pt idx="60">
                        <c:v>2013</c:v>
                      </c:pt>
                      <c:pt idx="61">
                        <c:v>2013</c:v>
                      </c:pt>
                      <c:pt idx="62">
                        <c:v>2013</c:v>
                      </c:pt>
                      <c:pt idx="63">
                        <c:v>2013</c:v>
                      </c:pt>
                      <c:pt idx="64">
                        <c:v>2013</c:v>
                      </c:pt>
                      <c:pt idx="65">
                        <c:v>2013</c:v>
                      </c:pt>
                      <c:pt idx="66">
                        <c:v>2013</c:v>
                      </c:pt>
                      <c:pt idx="67">
                        <c:v>2013</c:v>
                      </c:pt>
                      <c:pt idx="68">
                        <c:v>2013</c:v>
                      </c:pt>
                      <c:pt idx="69">
                        <c:v>2013</c:v>
                      </c:pt>
                      <c:pt idx="70">
                        <c:v>2013</c:v>
                      </c:pt>
                      <c:pt idx="71">
                        <c:v>2013</c:v>
                      </c:pt>
                      <c:pt idx="72">
                        <c:v>2014</c:v>
                      </c:pt>
                      <c:pt idx="73">
                        <c:v>2014</c:v>
                      </c:pt>
                      <c:pt idx="74">
                        <c:v>2014</c:v>
                      </c:pt>
                      <c:pt idx="75">
                        <c:v>2014</c:v>
                      </c:pt>
                      <c:pt idx="76">
                        <c:v>2014</c:v>
                      </c:pt>
                      <c:pt idx="77">
                        <c:v>2014</c:v>
                      </c:pt>
                      <c:pt idx="78">
                        <c:v>2014</c:v>
                      </c:pt>
                      <c:pt idx="79">
                        <c:v>2014</c:v>
                      </c:pt>
                      <c:pt idx="80">
                        <c:v>2014</c:v>
                      </c:pt>
                      <c:pt idx="81">
                        <c:v>2014</c:v>
                      </c:pt>
                      <c:pt idx="82">
                        <c:v>2014</c:v>
                      </c:pt>
                      <c:pt idx="83">
                        <c:v>2014</c:v>
                      </c:pt>
                      <c:pt idx="84">
                        <c:v>2015</c:v>
                      </c:pt>
                      <c:pt idx="85">
                        <c:v>2015</c:v>
                      </c:pt>
                      <c:pt idx="86">
                        <c:v>2015</c:v>
                      </c:pt>
                      <c:pt idx="87">
                        <c:v>2015</c:v>
                      </c:pt>
                      <c:pt idx="88">
                        <c:v>2015</c:v>
                      </c:pt>
                      <c:pt idx="89">
                        <c:v>2015</c:v>
                      </c:pt>
                      <c:pt idx="90">
                        <c:v>2015</c:v>
                      </c:pt>
                      <c:pt idx="91">
                        <c:v>2015</c:v>
                      </c:pt>
                      <c:pt idx="92">
                        <c:v>2015</c:v>
                      </c:pt>
                      <c:pt idx="93">
                        <c:v>2015</c:v>
                      </c:pt>
                      <c:pt idx="94">
                        <c:v>2015</c:v>
                      </c:pt>
                      <c:pt idx="95">
                        <c:v>2015</c:v>
                      </c:pt>
                      <c:pt idx="96">
                        <c:v>2016</c:v>
                      </c:pt>
                      <c:pt idx="97">
                        <c:v>2016</c:v>
                      </c:pt>
                      <c:pt idx="98">
                        <c:v>2016</c:v>
                      </c:pt>
                      <c:pt idx="99">
                        <c:v>2016</c:v>
                      </c:pt>
                      <c:pt idx="100">
                        <c:v>2016</c:v>
                      </c:pt>
                      <c:pt idx="101">
                        <c:v>2016</c:v>
                      </c:pt>
                      <c:pt idx="102">
                        <c:v>2016</c:v>
                      </c:pt>
                      <c:pt idx="103">
                        <c:v>2016</c:v>
                      </c:pt>
                      <c:pt idx="104">
                        <c:v>2016</c:v>
                      </c:pt>
                      <c:pt idx="105">
                        <c:v>2016</c:v>
                      </c:pt>
                      <c:pt idx="106">
                        <c:v>2016</c:v>
                      </c:pt>
                      <c:pt idx="107">
                        <c:v>2016</c:v>
                      </c:pt>
                      <c:pt idx="108">
                        <c:v>2017</c:v>
                      </c:pt>
                      <c:pt idx="109">
                        <c:v>2017</c:v>
                      </c:pt>
                      <c:pt idx="110">
                        <c:v>2017</c:v>
                      </c:pt>
                      <c:pt idx="111">
                        <c:v>2017</c:v>
                      </c:pt>
                      <c:pt idx="112">
                        <c:v>2017</c:v>
                      </c:pt>
                      <c:pt idx="113">
                        <c:v>2017</c:v>
                      </c:pt>
                      <c:pt idx="114">
                        <c:v>2017</c:v>
                      </c:pt>
                      <c:pt idx="115">
                        <c:v>2017</c:v>
                      </c:pt>
                      <c:pt idx="116">
                        <c:v>2017</c:v>
                      </c:pt>
                      <c:pt idx="117">
                        <c:v>2017</c:v>
                      </c:pt>
                      <c:pt idx="118">
                        <c:v>2017</c:v>
                      </c:pt>
                      <c:pt idx="119">
                        <c:v>2017</c:v>
                      </c:pt>
                      <c:pt idx="120">
                        <c:v>2018</c:v>
                      </c:pt>
                      <c:pt idx="121">
                        <c:v>2018</c:v>
                      </c:pt>
                      <c:pt idx="122">
                        <c:v>2018</c:v>
                      </c:pt>
                      <c:pt idx="123">
                        <c:v>2018</c:v>
                      </c:pt>
                      <c:pt idx="124">
                        <c:v>2018</c:v>
                      </c:pt>
                      <c:pt idx="125">
                        <c:v>2018</c:v>
                      </c:pt>
                      <c:pt idx="126">
                        <c:v>2018</c:v>
                      </c:pt>
                      <c:pt idx="127">
                        <c:v>2018</c:v>
                      </c:pt>
                      <c:pt idx="128">
                        <c:v>2018</c:v>
                      </c:pt>
                      <c:pt idx="129">
                        <c:v>2018</c:v>
                      </c:pt>
                      <c:pt idx="130">
                        <c:v>2018</c:v>
                      </c:pt>
                      <c:pt idx="131">
                        <c:v>2018</c:v>
                      </c:pt>
                      <c:pt idx="132">
                        <c:v>2019</c:v>
                      </c:pt>
                      <c:pt idx="133">
                        <c:v>2019</c:v>
                      </c:pt>
                      <c:pt idx="134">
                        <c:v>2019</c:v>
                      </c:pt>
                      <c:pt idx="135">
                        <c:v>2019</c:v>
                      </c:pt>
                      <c:pt idx="136">
                        <c:v>2019</c:v>
                      </c:pt>
                      <c:pt idx="137">
                        <c:v>2019</c:v>
                      </c:pt>
                      <c:pt idx="138">
                        <c:v>2019</c:v>
                      </c:pt>
                      <c:pt idx="139">
                        <c:v>2019</c:v>
                      </c:pt>
                      <c:pt idx="140">
                        <c:v>2019</c:v>
                      </c:pt>
                      <c:pt idx="141">
                        <c:v>2019</c:v>
                      </c:pt>
                      <c:pt idx="142">
                        <c:v>2019</c:v>
                      </c:pt>
                      <c:pt idx="143">
                        <c:v>2019</c:v>
                      </c:pt>
                      <c:pt idx="144">
                        <c:v>2020</c:v>
                      </c:pt>
                      <c:pt idx="145">
                        <c:v>2020</c:v>
                      </c:pt>
                      <c:pt idx="146">
                        <c:v>2020</c:v>
                      </c:pt>
                      <c:pt idx="147">
                        <c:v>2020</c:v>
                      </c:pt>
                      <c:pt idx="148">
                        <c:v>2020</c:v>
                      </c:pt>
                      <c:pt idx="149">
                        <c:v>2020</c:v>
                      </c:pt>
                      <c:pt idx="150">
                        <c:v>2020</c:v>
                      </c:pt>
                      <c:pt idx="151">
                        <c:v>2020</c:v>
                      </c:pt>
                      <c:pt idx="152">
                        <c:v>2020</c:v>
                      </c:pt>
                      <c:pt idx="153">
                        <c:v>2020</c:v>
                      </c:pt>
                      <c:pt idx="154">
                        <c:v>2020</c:v>
                      </c:pt>
                      <c:pt idx="155">
                        <c:v>2020</c:v>
                      </c:pt>
                      <c:pt idx="156">
                        <c:v>2021</c:v>
                      </c:pt>
                      <c:pt idx="157">
                        <c:v>2021</c:v>
                      </c:pt>
                      <c:pt idx="158">
                        <c:v>2021</c:v>
                      </c:pt>
                      <c:pt idx="159">
                        <c:v>2021</c:v>
                      </c:pt>
                      <c:pt idx="160">
                        <c:v>2021</c:v>
                      </c:pt>
                      <c:pt idx="161">
                        <c:v>2021</c:v>
                      </c:pt>
                      <c:pt idx="162">
                        <c:v>2021</c:v>
                      </c:pt>
                      <c:pt idx="163">
                        <c:v>2021</c:v>
                      </c:pt>
                      <c:pt idx="164">
                        <c:v>2021</c:v>
                      </c:pt>
                      <c:pt idx="165">
                        <c:v>2021</c:v>
                      </c:pt>
                      <c:pt idx="166">
                        <c:v>2021</c:v>
                      </c:pt>
                      <c:pt idx="167">
                        <c:v>2021</c:v>
                      </c:pt>
                      <c:pt idx="168">
                        <c:v>2022</c:v>
                      </c:pt>
                      <c:pt idx="169">
                        <c:v>2022</c:v>
                      </c:pt>
                      <c:pt idx="170">
                        <c:v>2022</c:v>
                      </c:pt>
                      <c:pt idx="171">
                        <c:v>2022</c:v>
                      </c:pt>
                      <c:pt idx="172">
                        <c:v>2022</c:v>
                      </c:pt>
                      <c:pt idx="173">
                        <c:v>2022</c:v>
                      </c:pt>
                      <c:pt idx="174">
                        <c:v>2022</c:v>
                      </c:pt>
                      <c:pt idx="175">
                        <c:v>2022</c:v>
                      </c:pt>
                      <c:pt idx="176">
                        <c:v>2022</c:v>
                      </c:pt>
                      <c:pt idx="177">
                        <c:v>2022</c:v>
                      </c:pt>
                      <c:pt idx="178">
                        <c:v>2022</c:v>
                      </c:pt>
                      <c:pt idx="179">
                        <c:v>2022</c:v>
                      </c:pt>
                      <c:pt idx="180">
                        <c:v>2023</c:v>
                      </c:pt>
                      <c:pt idx="181">
                        <c:v>2023</c:v>
                      </c:pt>
                      <c:pt idx="182">
                        <c:v>2023</c:v>
                      </c:pt>
                      <c:pt idx="183">
                        <c:v>2023</c:v>
                      </c:pt>
                      <c:pt idx="184">
                        <c:v>2023</c:v>
                      </c:pt>
                      <c:pt idx="185">
                        <c:v>2023</c:v>
                      </c:pt>
                      <c:pt idx="186">
                        <c:v>2023</c:v>
                      </c:pt>
                      <c:pt idx="187">
                        <c:v>2023</c:v>
                      </c:pt>
                      <c:pt idx="188">
                        <c:v>2023</c:v>
                      </c:pt>
                      <c:pt idx="189">
                        <c:v>2023</c:v>
                      </c:pt>
                      <c:pt idx="190">
                        <c:v>2023</c:v>
                      </c:pt>
                      <c:pt idx="191">
                        <c:v>2023</c:v>
                      </c:pt>
                      <c:pt idx="192">
                        <c:v>2024</c:v>
                      </c:pt>
                      <c:pt idx="193">
                        <c:v>2024</c:v>
                      </c:pt>
                      <c:pt idx="194">
                        <c:v>2024</c:v>
                      </c:pt>
                      <c:pt idx="195">
                        <c:v>2024</c:v>
                      </c:pt>
                      <c:pt idx="196">
                        <c:v>2024</c:v>
                      </c:pt>
                      <c:pt idx="197">
                        <c:v>2024</c:v>
                      </c:pt>
                      <c:pt idx="198">
                        <c:v>2024</c:v>
                      </c:pt>
                      <c:pt idx="199">
                        <c:v>2024</c:v>
                      </c:pt>
                      <c:pt idx="200">
                        <c:v>2024</c:v>
                      </c:pt>
                      <c:pt idx="201">
                        <c:v>2024</c:v>
                      </c:pt>
                      <c:pt idx="202">
                        <c:v>2024</c:v>
                      </c:pt>
                      <c:pt idx="203">
                        <c:v>2024</c:v>
                      </c:pt>
                      <c:pt idx="204">
                        <c:v>2025</c:v>
                      </c:pt>
                      <c:pt idx="205">
                        <c:v>2025</c:v>
                      </c:pt>
                      <c:pt idx="206">
                        <c:v>2025</c:v>
                      </c:pt>
                      <c:pt idx="207">
                        <c:v>2025</c:v>
                      </c:pt>
                      <c:pt idx="208">
                        <c:v>2025</c:v>
                      </c:pt>
                      <c:pt idx="209">
                        <c:v>2025</c:v>
                      </c:pt>
                      <c:pt idx="210">
                        <c:v>2025</c:v>
                      </c:pt>
                      <c:pt idx="211">
                        <c:v>2025</c:v>
                      </c:pt>
                      <c:pt idx="212">
                        <c:v>2025</c:v>
                      </c:pt>
                      <c:pt idx="213">
                        <c:v>2025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Лист4!$B$7:$HG$7</c15:sqref>
                        </c15:formulaRef>
                      </c:ext>
                    </c:extLst>
                    <c:numCache>
                      <c:formatCode>_-* #\ ##0\ _₽_-;\-* #\ ##0\ _₽_-;_-* "-"??\ _₽_-;_-@_-</c:formatCode>
                      <c:ptCount val="214"/>
                      <c:pt idx="0">
                        <c:v>7517.5</c:v>
                      </c:pt>
                      <c:pt idx="1">
                        <c:v>7604</c:v>
                      </c:pt>
                      <c:pt idx="2">
                        <c:v>7670</c:v>
                      </c:pt>
                      <c:pt idx="3">
                        <c:v>7712.5</c:v>
                      </c:pt>
                      <c:pt idx="4">
                        <c:v>7725.2</c:v>
                      </c:pt>
                      <c:pt idx="5">
                        <c:v>7743.9</c:v>
                      </c:pt>
                      <c:pt idx="6">
                        <c:v>7791.2</c:v>
                      </c:pt>
                      <c:pt idx="7">
                        <c:v>7805.8</c:v>
                      </c:pt>
                      <c:pt idx="8">
                        <c:v>7872.4</c:v>
                      </c:pt>
                      <c:pt idx="9">
                        <c:v>7974.9</c:v>
                      </c:pt>
                      <c:pt idx="10">
                        <c:v>8027</c:v>
                      </c:pt>
                      <c:pt idx="11">
                        <c:v>8204.7000000000007</c:v>
                      </c:pt>
                      <c:pt idx="12">
                        <c:v>8289</c:v>
                      </c:pt>
                      <c:pt idx="13">
                        <c:v>8319.2999999999993</c:v>
                      </c:pt>
                      <c:pt idx="14">
                        <c:v>8386.4</c:v>
                      </c:pt>
                      <c:pt idx="15">
                        <c:v>8391.1</c:v>
                      </c:pt>
                      <c:pt idx="16">
                        <c:v>8449.2000000000007</c:v>
                      </c:pt>
                      <c:pt idx="17">
                        <c:v>8459.2999999999993</c:v>
                      </c:pt>
                      <c:pt idx="18">
                        <c:v>8463.5</c:v>
                      </c:pt>
                      <c:pt idx="19">
                        <c:v>8463</c:v>
                      </c:pt>
                      <c:pt idx="20">
                        <c:v>8461.6</c:v>
                      </c:pt>
                      <c:pt idx="21">
                        <c:v>8487.9</c:v>
                      </c:pt>
                      <c:pt idx="22">
                        <c:v>8517</c:v>
                      </c:pt>
                      <c:pt idx="23">
                        <c:v>8512.2000000000007</c:v>
                      </c:pt>
                      <c:pt idx="24">
                        <c:v>8477.7000000000007</c:v>
                      </c:pt>
                      <c:pt idx="25">
                        <c:v>8527.2999999999993</c:v>
                      </c:pt>
                      <c:pt idx="26">
                        <c:v>8523.5</c:v>
                      </c:pt>
                      <c:pt idx="27">
                        <c:v>8554.7999999999993</c:v>
                      </c:pt>
                      <c:pt idx="28">
                        <c:v>8609</c:v>
                      </c:pt>
                      <c:pt idx="29">
                        <c:v>8628.1</c:v>
                      </c:pt>
                      <c:pt idx="30">
                        <c:v>8639.5</c:v>
                      </c:pt>
                      <c:pt idx="31">
                        <c:v>8687.9</c:v>
                      </c:pt>
                      <c:pt idx="32">
                        <c:v>8718.7000000000007</c:v>
                      </c:pt>
                      <c:pt idx="33">
                        <c:v>8768.4</c:v>
                      </c:pt>
                      <c:pt idx="34">
                        <c:v>8789</c:v>
                      </c:pt>
                      <c:pt idx="35">
                        <c:v>8822.7000000000007</c:v>
                      </c:pt>
                      <c:pt idx="36">
                        <c:v>8845</c:v>
                      </c:pt>
                      <c:pt idx="37">
                        <c:v>8908.7999999999993</c:v>
                      </c:pt>
                      <c:pt idx="38">
                        <c:v>8966.7999999999993</c:v>
                      </c:pt>
                      <c:pt idx="39">
                        <c:v>9030.2000000000007</c:v>
                      </c:pt>
                      <c:pt idx="40">
                        <c:v>9102.5</c:v>
                      </c:pt>
                      <c:pt idx="41">
                        <c:v>9176.5</c:v>
                      </c:pt>
                      <c:pt idx="42">
                        <c:v>9338.4</c:v>
                      </c:pt>
                      <c:pt idx="43">
                        <c:v>9524.9</c:v>
                      </c:pt>
                      <c:pt idx="44">
                        <c:v>9545.1</c:v>
                      </c:pt>
                      <c:pt idx="45">
                        <c:v>9577.9</c:v>
                      </c:pt>
                      <c:pt idx="46">
                        <c:v>9629.5</c:v>
                      </c:pt>
                      <c:pt idx="47">
                        <c:v>9677.1</c:v>
                      </c:pt>
                      <c:pt idx="48">
                        <c:v>9750.2999999999993</c:v>
                      </c:pt>
                      <c:pt idx="49">
                        <c:v>9802</c:v>
                      </c:pt>
                      <c:pt idx="50">
                        <c:v>9846</c:v>
                      </c:pt>
                      <c:pt idx="51">
                        <c:v>9899.5</c:v>
                      </c:pt>
                      <c:pt idx="52">
                        <c:v>9942.7999999999993</c:v>
                      </c:pt>
                      <c:pt idx="53">
                        <c:v>10012.799999999999</c:v>
                      </c:pt>
                      <c:pt idx="54">
                        <c:v>10065.5</c:v>
                      </c:pt>
                      <c:pt idx="55">
                        <c:v>10136.1</c:v>
                      </c:pt>
                      <c:pt idx="56">
                        <c:v>10216.299999999999</c:v>
                      </c:pt>
                      <c:pt idx="57">
                        <c:v>10282.6</c:v>
                      </c:pt>
                      <c:pt idx="58">
                        <c:v>10351.6</c:v>
                      </c:pt>
                      <c:pt idx="59">
                        <c:v>10474.1</c:v>
                      </c:pt>
                      <c:pt idx="60">
                        <c:v>10497.4</c:v>
                      </c:pt>
                      <c:pt idx="61">
                        <c:v>10516.4</c:v>
                      </c:pt>
                      <c:pt idx="62">
                        <c:v>10572.6</c:v>
                      </c:pt>
                      <c:pt idx="63">
                        <c:v>10600</c:v>
                      </c:pt>
                      <c:pt idx="64">
                        <c:v>10634.2</c:v>
                      </c:pt>
                      <c:pt idx="65">
                        <c:v>10691.3</c:v>
                      </c:pt>
                      <c:pt idx="66">
                        <c:v>10730.5</c:v>
                      </c:pt>
                      <c:pt idx="67">
                        <c:v>10788.5</c:v>
                      </c:pt>
                      <c:pt idx="68">
                        <c:v>10848.9</c:v>
                      </c:pt>
                      <c:pt idx="69">
                        <c:v>10973.2</c:v>
                      </c:pt>
                      <c:pt idx="70">
                        <c:v>10981.9</c:v>
                      </c:pt>
                      <c:pt idx="71">
                        <c:v>11046.9</c:v>
                      </c:pt>
                      <c:pt idx="72">
                        <c:v>11116.6</c:v>
                      </c:pt>
                      <c:pt idx="73">
                        <c:v>11182.3</c:v>
                      </c:pt>
                      <c:pt idx="74">
                        <c:v>11218.2</c:v>
                      </c:pt>
                      <c:pt idx="75">
                        <c:v>11263.1</c:v>
                      </c:pt>
                      <c:pt idx="76">
                        <c:v>11327.6</c:v>
                      </c:pt>
                      <c:pt idx="77">
                        <c:v>11382.8</c:v>
                      </c:pt>
                      <c:pt idx="78">
                        <c:v>11437.5</c:v>
                      </c:pt>
                      <c:pt idx="79">
                        <c:v>11461.6</c:v>
                      </c:pt>
                      <c:pt idx="80">
                        <c:v>11502.8</c:v>
                      </c:pt>
                      <c:pt idx="81">
                        <c:v>11576.6</c:v>
                      </c:pt>
                      <c:pt idx="82">
                        <c:v>11617.3</c:v>
                      </c:pt>
                      <c:pt idx="83">
                        <c:v>11701</c:v>
                      </c:pt>
                      <c:pt idx="84">
                        <c:v>11787.8</c:v>
                      </c:pt>
                      <c:pt idx="85">
                        <c:v>11904.7</c:v>
                      </c:pt>
                      <c:pt idx="86">
                        <c:v>11902.8</c:v>
                      </c:pt>
                      <c:pt idx="87">
                        <c:v>11936.7</c:v>
                      </c:pt>
                      <c:pt idx="88">
                        <c:v>11964.2</c:v>
                      </c:pt>
                      <c:pt idx="89">
                        <c:v>12004.6</c:v>
                      </c:pt>
                      <c:pt idx="90">
                        <c:v>12048.3</c:v>
                      </c:pt>
                      <c:pt idx="91">
                        <c:v>12093.1</c:v>
                      </c:pt>
                      <c:pt idx="92">
                        <c:v>12154.3</c:v>
                      </c:pt>
                      <c:pt idx="93">
                        <c:v>12205.6</c:v>
                      </c:pt>
                      <c:pt idx="94">
                        <c:v>12296.9</c:v>
                      </c:pt>
                      <c:pt idx="95">
                        <c:v>12368.2</c:v>
                      </c:pt>
                      <c:pt idx="96">
                        <c:v>12505.5</c:v>
                      </c:pt>
                      <c:pt idx="97">
                        <c:v>12577.7</c:v>
                      </c:pt>
                      <c:pt idx="98">
                        <c:v>12628.6</c:v>
                      </c:pt>
                      <c:pt idx="99">
                        <c:v>12707.6</c:v>
                      </c:pt>
                      <c:pt idx="100">
                        <c:v>12774.6</c:v>
                      </c:pt>
                      <c:pt idx="101">
                        <c:v>12835.1</c:v>
                      </c:pt>
                      <c:pt idx="102">
                        <c:v>12889.3</c:v>
                      </c:pt>
                      <c:pt idx="103">
                        <c:v>12973.6</c:v>
                      </c:pt>
                      <c:pt idx="104">
                        <c:v>13033.8</c:v>
                      </c:pt>
                      <c:pt idx="105">
                        <c:v>13107.1</c:v>
                      </c:pt>
                      <c:pt idx="106">
                        <c:v>13180.6</c:v>
                      </c:pt>
                      <c:pt idx="107">
                        <c:v>13225.8</c:v>
                      </c:pt>
                      <c:pt idx="108">
                        <c:v>13300.3</c:v>
                      </c:pt>
                      <c:pt idx="109">
                        <c:v>13367</c:v>
                      </c:pt>
                      <c:pt idx="110">
                        <c:v>13428.4</c:v>
                      </c:pt>
                      <c:pt idx="111">
                        <c:v>13484.4</c:v>
                      </c:pt>
                      <c:pt idx="112">
                        <c:v>13536.4</c:v>
                      </c:pt>
                      <c:pt idx="113">
                        <c:v>13558.1</c:v>
                      </c:pt>
                      <c:pt idx="114">
                        <c:v>13615.1</c:v>
                      </c:pt>
                      <c:pt idx="115">
                        <c:v>13674.3</c:v>
                      </c:pt>
                      <c:pt idx="116">
                        <c:v>13722.7</c:v>
                      </c:pt>
                      <c:pt idx="117">
                        <c:v>13782</c:v>
                      </c:pt>
                      <c:pt idx="118">
                        <c:v>13814.6</c:v>
                      </c:pt>
                      <c:pt idx="119">
                        <c:v>13873.5</c:v>
                      </c:pt>
                      <c:pt idx="120">
                        <c:v>13882.9</c:v>
                      </c:pt>
                      <c:pt idx="121">
                        <c:v>13919</c:v>
                      </c:pt>
                      <c:pt idx="122">
                        <c:v>13975.8</c:v>
                      </c:pt>
                      <c:pt idx="123">
                        <c:v>13993.7</c:v>
                      </c:pt>
                      <c:pt idx="124">
                        <c:v>14049.4</c:v>
                      </c:pt>
                      <c:pt idx="125">
                        <c:v>14109.7</c:v>
                      </c:pt>
                      <c:pt idx="126">
                        <c:v>14143.9</c:v>
                      </c:pt>
                      <c:pt idx="127">
                        <c:v>14193.6</c:v>
                      </c:pt>
                      <c:pt idx="128">
                        <c:v>14229.1</c:v>
                      </c:pt>
                      <c:pt idx="129">
                        <c:v>14241.1</c:v>
                      </c:pt>
                      <c:pt idx="130">
                        <c:v>14260.5</c:v>
                      </c:pt>
                      <c:pt idx="131">
                        <c:v>14382.3</c:v>
                      </c:pt>
                      <c:pt idx="132">
                        <c:v>14445.7</c:v>
                      </c:pt>
                      <c:pt idx="133">
                        <c:v>14480.8</c:v>
                      </c:pt>
                      <c:pt idx="134">
                        <c:v>14525.9</c:v>
                      </c:pt>
                      <c:pt idx="135">
                        <c:v>14554.2</c:v>
                      </c:pt>
                      <c:pt idx="136">
                        <c:v>14652</c:v>
                      </c:pt>
                      <c:pt idx="137">
                        <c:v>14771</c:v>
                      </c:pt>
                      <c:pt idx="138">
                        <c:v>14853.1</c:v>
                      </c:pt>
                      <c:pt idx="139">
                        <c:v>14934.3</c:v>
                      </c:pt>
                      <c:pt idx="140">
                        <c:v>15031</c:v>
                      </c:pt>
                      <c:pt idx="141">
                        <c:v>15166.9</c:v>
                      </c:pt>
                      <c:pt idx="142">
                        <c:v>15276.4</c:v>
                      </c:pt>
                      <c:pt idx="143">
                        <c:v>15347.6</c:v>
                      </c:pt>
                      <c:pt idx="144">
                        <c:v>15416.3</c:v>
                      </c:pt>
                      <c:pt idx="145">
                        <c:v>15466.6</c:v>
                      </c:pt>
                      <c:pt idx="146">
                        <c:v>15993.4</c:v>
                      </c:pt>
                      <c:pt idx="147">
                        <c:v>17005.400000000001</c:v>
                      </c:pt>
                      <c:pt idx="148">
                        <c:v>17852.900000000001</c:v>
                      </c:pt>
                      <c:pt idx="149">
                        <c:v>18140.599999999999</c:v>
                      </c:pt>
                      <c:pt idx="150">
                        <c:v>18297.7</c:v>
                      </c:pt>
                      <c:pt idx="151">
                        <c:v>18364.099999999999</c:v>
                      </c:pt>
                      <c:pt idx="152">
                        <c:v>18596.400000000001</c:v>
                      </c:pt>
                      <c:pt idx="153">
                        <c:v>18751.099999999999</c:v>
                      </c:pt>
                      <c:pt idx="154">
                        <c:v>18978.900000000001</c:v>
                      </c:pt>
                      <c:pt idx="155">
                        <c:v>19133</c:v>
                      </c:pt>
                      <c:pt idx="156">
                        <c:v>19359.5</c:v>
                      </c:pt>
                      <c:pt idx="157">
                        <c:v>19596.5</c:v>
                      </c:pt>
                      <c:pt idx="158">
                        <c:v>19823.2</c:v>
                      </c:pt>
                      <c:pt idx="159">
                        <c:v>20161.5</c:v>
                      </c:pt>
                      <c:pt idx="160">
                        <c:v>20430.5</c:v>
                      </c:pt>
                      <c:pt idx="161">
                        <c:v>20472.900000000001</c:v>
                      </c:pt>
                      <c:pt idx="162">
                        <c:v>20628.099999999999</c:v>
                      </c:pt>
                      <c:pt idx="163">
                        <c:v>20811</c:v>
                      </c:pt>
                      <c:pt idx="164">
                        <c:v>20979.1</c:v>
                      </c:pt>
                      <c:pt idx="165">
                        <c:v>21142.1</c:v>
                      </c:pt>
                      <c:pt idx="166">
                        <c:v>21316.6</c:v>
                      </c:pt>
                      <c:pt idx="167">
                        <c:v>21471</c:v>
                      </c:pt>
                      <c:pt idx="168">
                        <c:v>21587.3</c:v>
                      </c:pt>
                      <c:pt idx="169">
                        <c:v>21684.9</c:v>
                      </c:pt>
                      <c:pt idx="170">
                        <c:v>21721.3</c:v>
                      </c:pt>
                      <c:pt idx="171">
                        <c:v>21749.9</c:v>
                      </c:pt>
                      <c:pt idx="172">
                        <c:v>21690.7</c:v>
                      </c:pt>
                      <c:pt idx="173">
                        <c:v>21642.799999999999</c:v>
                      </c:pt>
                      <c:pt idx="174">
                        <c:v>21641.7</c:v>
                      </c:pt>
                      <c:pt idx="175">
                        <c:v>21606.799999999999</c:v>
                      </c:pt>
                      <c:pt idx="176">
                        <c:v>21521</c:v>
                      </c:pt>
                      <c:pt idx="177">
                        <c:v>21424.400000000001</c:v>
                      </c:pt>
                      <c:pt idx="178">
                        <c:v>21358.1</c:v>
                      </c:pt>
                      <c:pt idx="179">
                        <c:v>21219</c:v>
                      </c:pt>
                      <c:pt idx="180">
                        <c:v>21205.200000000001</c:v>
                      </c:pt>
                      <c:pt idx="181">
                        <c:v>21184.5</c:v>
                      </c:pt>
                      <c:pt idx="182">
                        <c:v>20876.099999999999</c:v>
                      </c:pt>
                      <c:pt idx="183">
                        <c:v>20729.8</c:v>
                      </c:pt>
                      <c:pt idx="184">
                        <c:v>20801.099999999999</c:v>
                      </c:pt>
                      <c:pt idx="185">
                        <c:v>20782.7</c:v>
                      </c:pt>
                      <c:pt idx="186">
                        <c:v>20772.099999999999</c:v>
                      </c:pt>
                      <c:pt idx="187">
                        <c:v>20746.900000000001</c:v>
                      </c:pt>
                      <c:pt idx="188">
                        <c:v>20720.400000000001</c:v>
                      </c:pt>
                      <c:pt idx="189">
                        <c:v>20687.3</c:v>
                      </c:pt>
                      <c:pt idx="190">
                        <c:v>20696.7</c:v>
                      </c:pt>
                      <c:pt idx="191">
                        <c:v>20701.3</c:v>
                      </c:pt>
                      <c:pt idx="192">
                        <c:v>20773.099999999999</c:v>
                      </c:pt>
                      <c:pt idx="193">
                        <c:v>20861</c:v>
                      </c:pt>
                      <c:pt idx="194">
                        <c:v>20900.8</c:v>
                      </c:pt>
                      <c:pt idx="195">
                        <c:v>20928.900000000001</c:v>
                      </c:pt>
                      <c:pt idx="196">
                        <c:v>20989.4</c:v>
                      </c:pt>
                      <c:pt idx="197">
                        <c:v>21052.9</c:v>
                      </c:pt>
                      <c:pt idx="198">
                        <c:v>21084.2</c:v>
                      </c:pt>
                      <c:pt idx="199">
                        <c:v>21171.1</c:v>
                      </c:pt>
                      <c:pt idx="200">
                        <c:v>21257.5</c:v>
                      </c:pt>
                      <c:pt idx="201">
                        <c:v>21308.1</c:v>
                      </c:pt>
                      <c:pt idx="202">
                        <c:v>21407.9</c:v>
                      </c:pt>
                      <c:pt idx="203">
                        <c:v>21424.5</c:v>
                      </c:pt>
                      <c:pt idx="204">
                        <c:v>21492.400000000001</c:v>
                      </c:pt>
                      <c:pt idx="205">
                        <c:v>21564.6</c:v>
                      </c:pt>
                      <c:pt idx="206">
                        <c:v>21636.799999999999</c:v>
                      </c:pt>
                      <c:pt idx="207">
                        <c:v>21770.5</c:v>
                      </c:pt>
                      <c:pt idx="208">
                        <c:v>21827.4</c:v>
                      </c:pt>
                      <c:pt idx="209">
                        <c:v>21942.400000000001</c:v>
                      </c:pt>
                      <c:pt idx="210">
                        <c:v>22028.799999999999</c:v>
                      </c:pt>
                      <c:pt idx="211">
                        <c:v>22108.400000000001</c:v>
                      </c:pt>
                      <c:pt idx="212">
                        <c:v>22212.5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FF07-4FA6-89FB-A39F7F2F58A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Лист4!$A$9</c15:sqref>
                        </c15:formulaRef>
                      </c:ext>
                    </c:extLst>
                    <c:strCache>
                      <c:ptCount val="1"/>
                      <c:pt idx="0">
                        <c:v>USD per EUR (H.10)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Лист4!$B$2:$HG$2</c15:sqref>
                        </c15:formulaRef>
                      </c:ext>
                    </c:extLst>
                    <c:numCache>
                      <c:formatCode>General</c:formatCode>
                      <c:ptCount val="214"/>
                      <c:pt idx="0">
                        <c:v>2008</c:v>
                      </c:pt>
                      <c:pt idx="1">
                        <c:v>2008</c:v>
                      </c:pt>
                      <c:pt idx="2">
                        <c:v>2008</c:v>
                      </c:pt>
                      <c:pt idx="3">
                        <c:v>2008</c:v>
                      </c:pt>
                      <c:pt idx="4">
                        <c:v>2008</c:v>
                      </c:pt>
                      <c:pt idx="5">
                        <c:v>2008</c:v>
                      </c:pt>
                      <c:pt idx="6">
                        <c:v>2008</c:v>
                      </c:pt>
                      <c:pt idx="7">
                        <c:v>2008</c:v>
                      </c:pt>
                      <c:pt idx="8">
                        <c:v>2008</c:v>
                      </c:pt>
                      <c:pt idx="9">
                        <c:v>2008</c:v>
                      </c:pt>
                      <c:pt idx="10">
                        <c:v>2008</c:v>
                      </c:pt>
                      <c:pt idx="11">
                        <c:v>2008</c:v>
                      </c:pt>
                      <c:pt idx="12">
                        <c:v>2009</c:v>
                      </c:pt>
                      <c:pt idx="13">
                        <c:v>2009</c:v>
                      </c:pt>
                      <c:pt idx="14">
                        <c:v>2009</c:v>
                      </c:pt>
                      <c:pt idx="15">
                        <c:v>2009</c:v>
                      </c:pt>
                      <c:pt idx="16">
                        <c:v>2009</c:v>
                      </c:pt>
                      <c:pt idx="17">
                        <c:v>2009</c:v>
                      </c:pt>
                      <c:pt idx="18">
                        <c:v>2009</c:v>
                      </c:pt>
                      <c:pt idx="19">
                        <c:v>2009</c:v>
                      </c:pt>
                      <c:pt idx="20">
                        <c:v>2009</c:v>
                      </c:pt>
                      <c:pt idx="21">
                        <c:v>2009</c:v>
                      </c:pt>
                      <c:pt idx="22">
                        <c:v>2009</c:v>
                      </c:pt>
                      <c:pt idx="23">
                        <c:v>2009</c:v>
                      </c:pt>
                      <c:pt idx="24">
                        <c:v>2010</c:v>
                      </c:pt>
                      <c:pt idx="25">
                        <c:v>2010</c:v>
                      </c:pt>
                      <c:pt idx="26">
                        <c:v>2010</c:v>
                      </c:pt>
                      <c:pt idx="27">
                        <c:v>2010</c:v>
                      </c:pt>
                      <c:pt idx="28">
                        <c:v>2010</c:v>
                      </c:pt>
                      <c:pt idx="29">
                        <c:v>2010</c:v>
                      </c:pt>
                      <c:pt idx="30">
                        <c:v>2010</c:v>
                      </c:pt>
                      <c:pt idx="31">
                        <c:v>2010</c:v>
                      </c:pt>
                      <c:pt idx="32">
                        <c:v>2010</c:v>
                      </c:pt>
                      <c:pt idx="33">
                        <c:v>2010</c:v>
                      </c:pt>
                      <c:pt idx="34">
                        <c:v>2010</c:v>
                      </c:pt>
                      <c:pt idx="35">
                        <c:v>2010</c:v>
                      </c:pt>
                      <c:pt idx="36">
                        <c:v>2011</c:v>
                      </c:pt>
                      <c:pt idx="37">
                        <c:v>2011</c:v>
                      </c:pt>
                      <c:pt idx="38">
                        <c:v>2011</c:v>
                      </c:pt>
                      <c:pt idx="39">
                        <c:v>2011</c:v>
                      </c:pt>
                      <c:pt idx="40">
                        <c:v>2011</c:v>
                      </c:pt>
                      <c:pt idx="41">
                        <c:v>2011</c:v>
                      </c:pt>
                      <c:pt idx="42">
                        <c:v>2011</c:v>
                      </c:pt>
                      <c:pt idx="43">
                        <c:v>2011</c:v>
                      </c:pt>
                      <c:pt idx="44">
                        <c:v>2011</c:v>
                      </c:pt>
                      <c:pt idx="45">
                        <c:v>2011</c:v>
                      </c:pt>
                      <c:pt idx="46">
                        <c:v>2011</c:v>
                      </c:pt>
                      <c:pt idx="47">
                        <c:v>2011</c:v>
                      </c:pt>
                      <c:pt idx="48">
                        <c:v>2012</c:v>
                      </c:pt>
                      <c:pt idx="49">
                        <c:v>2012</c:v>
                      </c:pt>
                      <c:pt idx="50">
                        <c:v>2012</c:v>
                      </c:pt>
                      <c:pt idx="51">
                        <c:v>2012</c:v>
                      </c:pt>
                      <c:pt idx="52">
                        <c:v>2012</c:v>
                      </c:pt>
                      <c:pt idx="53">
                        <c:v>2012</c:v>
                      </c:pt>
                      <c:pt idx="54">
                        <c:v>2012</c:v>
                      </c:pt>
                      <c:pt idx="55">
                        <c:v>2012</c:v>
                      </c:pt>
                      <c:pt idx="56">
                        <c:v>2012</c:v>
                      </c:pt>
                      <c:pt idx="57">
                        <c:v>2012</c:v>
                      </c:pt>
                      <c:pt idx="58">
                        <c:v>2012</c:v>
                      </c:pt>
                      <c:pt idx="59">
                        <c:v>2012</c:v>
                      </c:pt>
                      <c:pt idx="60">
                        <c:v>2013</c:v>
                      </c:pt>
                      <c:pt idx="61">
                        <c:v>2013</c:v>
                      </c:pt>
                      <c:pt idx="62">
                        <c:v>2013</c:v>
                      </c:pt>
                      <c:pt idx="63">
                        <c:v>2013</c:v>
                      </c:pt>
                      <c:pt idx="64">
                        <c:v>2013</c:v>
                      </c:pt>
                      <c:pt idx="65">
                        <c:v>2013</c:v>
                      </c:pt>
                      <c:pt idx="66">
                        <c:v>2013</c:v>
                      </c:pt>
                      <c:pt idx="67">
                        <c:v>2013</c:v>
                      </c:pt>
                      <c:pt idx="68">
                        <c:v>2013</c:v>
                      </c:pt>
                      <c:pt idx="69">
                        <c:v>2013</c:v>
                      </c:pt>
                      <c:pt idx="70">
                        <c:v>2013</c:v>
                      </c:pt>
                      <c:pt idx="71">
                        <c:v>2013</c:v>
                      </c:pt>
                      <c:pt idx="72">
                        <c:v>2014</c:v>
                      </c:pt>
                      <c:pt idx="73">
                        <c:v>2014</c:v>
                      </c:pt>
                      <c:pt idx="74">
                        <c:v>2014</c:v>
                      </c:pt>
                      <c:pt idx="75">
                        <c:v>2014</c:v>
                      </c:pt>
                      <c:pt idx="76">
                        <c:v>2014</c:v>
                      </c:pt>
                      <c:pt idx="77">
                        <c:v>2014</c:v>
                      </c:pt>
                      <c:pt idx="78">
                        <c:v>2014</c:v>
                      </c:pt>
                      <c:pt idx="79">
                        <c:v>2014</c:v>
                      </c:pt>
                      <c:pt idx="80">
                        <c:v>2014</c:v>
                      </c:pt>
                      <c:pt idx="81">
                        <c:v>2014</c:v>
                      </c:pt>
                      <c:pt idx="82">
                        <c:v>2014</c:v>
                      </c:pt>
                      <c:pt idx="83">
                        <c:v>2014</c:v>
                      </c:pt>
                      <c:pt idx="84">
                        <c:v>2015</c:v>
                      </c:pt>
                      <c:pt idx="85">
                        <c:v>2015</c:v>
                      </c:pt>
                      <c:pt idx="86">
                        <c:v>2015</c:v>
                      </c:pt>
                      <c:pt idx="87">
                        <c:v>2015</c:v>
                      </c:pt>
                      <c:pt idx="88">
                        <c:v>2015</c:v>
                      </c:pt>
                      <c:pt idx="89">
                        <c:v>2015</c:v>
                      </c:pt>
                      <c:pt idx="90">
                        <c:v>2015</c:v>
                      </c:pt>
                      <c:pt idx="91">
                        <c:v>2015</c:v>
                      </c:pt>
                      <c:pt idx="92">
                        <c:v>2015</c:v>
                      </c:pt>
                      <c:pt idx="93">
                        <c:v>2015</c:v>
                      </c:pt>
                      <c:pt idx="94">
                        <c:v>2015</c:v>
                      </c:pt>
                      <c:pt idx="95">
                        <c:v>2015</c:v>
                      </c:pt>
                      <c:pt idx="96">
                        <c:v>2016</c:v>
                      </c:pt>
                      <c:pt idx="97">
                        <c:v>2016</c:v>
                      </c:pt>
                      <c:pt idx="98">
                        <c:v>2016</c:v>
                      </c:pt>
                      <c:pt idx="99">
                        <c:v>2016</c:v>
                      </c:pt>
                      <c:pt idx="100">
                        <c:v>2016</c:v>
                      </c:pt>
                      <c:pt idx="101">
                        <c:v>2016</c:v>
                      </c:pt>
                      <c:pt idx="102">
                        <c:v>2016</c:v>
                      </c:pt>
                      <c:pt idx="103">
                        <c:v>2016</c:v>
                      </c:pt>
                      <c:pt idx="104">
                        <c:v>2016</c:v>
                      </c:pt>
                      <c:pt idx="105">
                        <c:v>2016</c:v>
                      </c:pt>
                      <c:pt idx="106">
                        <c:v>2016</c:v>
                      </c:pt>
                      <c:pt idx="107">
                        <c:v>2016</c:v>
                      </c:pt>
                      <c:pt idx="108">
                        <c:v>2017</c:v>
                      </c:pt>
                      <c:pt idx="109">
                        <c:v>2017</c:v>
                      </c:pt>
                      <c:pt idx="110">
                        <c:v>2017</c:v>
                      </c:pt>
                      <c:pt idx="111">
                        <c:v>2017</c:v>
                      </c:pt>
                      <c:pt idx="112">
                        <c:v>2017</c:v>
                      </c:pt>
                      <c:pt idx="113">
                        <c:v>2017</c:v>
                      </c:pt>
                      <c:pt idx="114">
                        <c:v>2017</c:v>
                      </c:pt>
                      <c:pt idx="115">
                        <c:v>2017</c:v>
                      </c:pt>
                      <c:pt idx="116">
                        <c:v>2017</c:v>
                      </c:pt>
                      <c:pt idx="117">
                        <c:v>2017</c:v>
                      </c:pt>
                      <c:pt idx="118">
                        <c:v>2017</c:v>
                      </c:pt>
                      <c:pt idx="119">
                        <c:v>2017</c:v>
                      </c:pt>
                      <c:pt idx="120">
                        <c:v>2018</c:v>
                      </c:pt>
                      <c:pt idx="121">
                        <c:v>2018</c:v>
                      </c:pt>
                      <c:pt idx="122">
                        <c:v>2018</c:v>
                      </c:pt>
                      <c:pt idx="123">
                        <c:v>2018</c:v>
                      </c:pt>
                      <c:pt idx="124">
                        <c:v>2018</c:v>
                      </c:pt>
                      <c:pt idx="125">
                        <c:v>2018</c:v>
                      </c:pt>
                      <c:pt idx="126">
                        <c:v>2018</c:v>
                      </c:pt>
                      <c:pt idx="127">
                        <c:v>2018</c:v>
                      </c:pt>
                      <c:pt idx="128">
                        <c:v>2018</c:v>
                      </c:pt>
                      <c:pt idx="129">
                        <c:v>2018</c:v>
                      </c:pt>
                      <c:pt idx="130">
                        <c:v>2018</c:v>
                      </c:pt>
                      <c:pt idx="131">
                        <c:v>2018</c:v>
                      </c:pt>
                      <c:pt idx="132">
                        <c:v>2019</c:v>
                      </c:pt>
                      <c:pt idx="133">
                        <c:v>2019</c:v>
                      </c:pt>
                      <c:pt idx="134">
                        <c:v>2019</c:v>
                      </c:pt>
                      <c:pt idx="135">
                        <c:v>2019</c:v>
                      </c:pt>
                      <c:pt idx="136">
                        <c:v>2019</c:v>
                      </c:pt>
                      <c:pt idx="137">
                        <c:v>2019</c:v>
                      </c:pt>
                      <c:pt idx="138">
                        <c:v>2019</c:v>
                      </c:pt>
                      <c:pt idx="139">
                        <c:v>2019</c:v>
                      </c:pt>
                      <c:pt idx="140">
                        <c:v>2019</c:v>
                      </c:pt>
                      <c:pt idx="141">
                        <c:v>2019</c:v>
                      </c:pt>
                      <c:pt idx="142">
                        <c:v>2019</c:v>
                      </c:pt>
                      <c:pt idx="143">
                        <c:v>2019</c:v>
                      </c:pt>
                      <c:pt idx="144">
                        <c:v>2020</c:v>
                      </c:pt>
                      <c:pt idx="145">
                        <c:v>2020</c:v>
                      </c:pt>
                      <c:pt idx="146">
                        <c:v>2020</c:v>
                      </c:pt>
                      <c:pt idx="147">
                        <c:v>2020</c:v>
                      </c:pt>
                      <c:pt idx="148">
                        <c:v>2020</c:v>
                      </c:pt>
                      <c:pt idx="149">
                        <c:v>2020</c:v>
                      </c:pt>
                      <c:pt idx="150">
                        <c:v>2020</c:v>
                      </c:pt>
                      <c:pt idx="151">
                        <c:v>2020</c:v>
                      </c:pt>
                      <c:pt idx="152">
                        <c:v>2020</c:v>
                      </c:pt>
                      <c:pt idx="153">
                        <c:v>2020</c:v>
                      </c:pt>
                      <c:pt idx="154">
                        <c:v>2020</c:v>
                      </c:pt>
                      <c:pt idx="155">
                        <c:v>2020</c:v>
                      </c:pt>
                      <c:pt idx="156">
                        <c:v>2021</c:v>
                      </c:pt>
                      <c:pt idx="157">
                        <c:v>2021</c:v>
                      </c:pt>
                      <c:pt idx="158">
                        <c:v>2021</c:v>
                      </c:pt>
                      <c:pt idx="159">
                        <c:v>2021</c:v>
                      </c:pt>
                      <c:pt idx="160">
                        <c:v>2021</c:v>
                      </c:pt>
                      <c:pt idx="161">
                        <c:v>2021</c:v>
                      </c:pt>
                      <c:pt idx="162">
                        <c:v>2021</c:v>
                      </c:pt>
                      <c:pt idx="163">
                        <c:v>2021</c:v>
                      </c:pt>
                      <c:pt idx="164">
                        <c:v>2021</c:v>
                      </c:pt>
                      <c:pt idx="165">
                        <c:v>2021</c:v>
                      </c:pt>
                      <c:pt idx="166">
                        <c:v>2021</c:v>
                      </c:pt>
                      <c:pt idx="167">
                        <c:v>2021</c:v>
                      </c:pt>
                      <c:pt idx="168">
                        <c:v>2022</c:v>
                      </c:pt>
                      <c:pt idx="169">
                        <c:v>2022</c:v>
                      </c:pt>
                      <c:pt idx="170">
                        <c:v>2022</c:v>
                      </c:pt>
                      <c:pt idx="171">
                        <c:v>2022</c:v>
                      </c:pt>
                      <c:pt idx="172">
                        <c:v>2022</c:v>
                      </c:pt>
                      <c:pt idx="173">
                        <c:v>2022</c:v>
                      </c:pt>
                      <c:pt idx="174">
                        <c:v>2022</c:v>
                      </c:pt>
                      <c:pt idx="175">
                        <c:v>2022</c:v>
                      </c:pt>
                      <c:pt idx="176">
                        <c:v>2022</c:v>
                      </c:pt>
                      <c:pt idx="177">
                        <c:v>2022</c:v>
                      </c:pt>
                      <c:pt idx="178">
                        <c:v>2022</c:v>
                      </c:pt>
                      <c:pt idx="179">
                        <c:v>2022</c:v>
                      </c:pt>
                      <c:pt idx="180">
                        <c:v>2023</c:v>
                      </c:pt>
                      <c:pt idx="181">
                        <c:v>2023</c:v>
                      </c:pt>
                      <c:pt idx="182">
                        <c:v>2023</c:v>
                      </c:pt>
                      <c:pt idx="183">
                        <c:v>2023</c:v>
                      </c:pt>
                      <c:pt idx="184">
                        <c:v>2023</c:v>
                      </c:pt>
                      <c:pt idx="185">
                        <c:v>2023</c:v>
                      </c:pt>
                      <c:pt idx="186">
                        <c:v>2023</c:v>
                      </c:pt>
                      <c:pt idx="187">
                        <c:v>2023</c:v>
                      </c:pt>
                      <c:pt idx="188">
                        <c:v>2023</c:v>
                      </c:pt>
                      <c:pt idx="189">
                        <c:v>2023</c:v>
                      </c:pt>
                      <c:pt idx="190">
                        <c:v>2023</c:v>
                      </c:pt>
                      <c:pt idx="191">
                        <c:v>2023</c:v>
                      </c:pt>
                      <c:pt idx="192">
                        <c:v>2024</c:v>
                      </c:pt>
                      <c:pt idx="193">
                        <c:v>2024</c:v>
                      </c:pt>
                      <c:pt idx="194">
                        <c:v>2024</c:v>
                      </c:pt>
                      <c:pt idx="195">
                        <c:v>2024</c:v>
                      </c:pt>
                      <c:pt idx="196">
                        <c:v>2024</c:v>
                      </c:pt>
                      <c:pt idx="197">
                        <c:v>2024</c:v>
                      </c:pt>
                      <c:pt idx="198">
                        <c:v>2024</c:v>
                      </c:pt>
                      <c:pt idx="199">
                        <c:v>2024</c:v>
                      </c:pt>
                      <c:pt idx="200">
                        <c:v>2024</c:v>
                      </c:pt>
                      <c:pt idx="201">
                        <c:v>2024</c:v>
                      </c:pt>
                      <c:pt idx="202">
                        <c:v>2024</c:v>
                      </c:pt>
                      <c:pt idx="203">
                        <c:v>2024</c:v>
                      </c:pt>
                      <c:pt idx="204">
                        <c:v>2025</c:v>
                      </c:pt>
                      <c:pt idx="205">
                        <c:v>2025</c:v>
                      </c:pt>
                      <c:pt idx="206">
                        <c:v>2025</c:v>
                      </c:pt>
                      <c:pt idx="207">
                        <c:v>2025</c:v>
                      </c:pt>
                      <c:pt idx="208">
                        <c:v>2025</c:v>
                      </c:pt>
                      <c:pt idx="209">
                        <c:v>2025</c:v>
                      </c:pt>
                      <c:pt idx="210">
                        <c:v>2025</c:v>
                      </c:pt>
                      <c:pt idx="211">
                        <c:v>2025</c:v>
                      </c:pt>
                      <c:pt idx="212">
                        <c:v>2025</c:v>
                      </c:pt>
                      <c:pt idx="213">
                        <c:v>2025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Лист4!$B$9:$HG$9</c15:sqref>
                        </c15:formulaRef>
                      </c:ext>
                    </c:extLst>
                    <c:numCache>
                      <c:formatCode>_-* #\ ##0\ _₽_-;\-* #\ ##0\ _₽_-;_-* "-"??\ _₽_-;_-@_-</c:formatCode>
                      <c:ptCount val="214"/>
                      <c:pt idx="0">
                        <c:v>1.4728142857142861</c:v>
                      </c:pt>
                      <c:pt idx="1">
                        <c:v>1.4759449999999998</c:v>
                      </c:pt>
                      <c:pt idx="2">
                        <c:v>1.5520190476190474</c:v>
                      </c:pt>
                      <c:pt idx="3">
                        <c:v>1.5753636363636367</c:v>
                      </c:pt>
                      <c:pt idx="4">
                        <c:v>1.5554142857142856</c:v>
                      </c:pt>
                      <c:pt idx="5">
                        <c:v>1.5561714285714285</c:v>
                      </c:pt>
                      <c:pt idx="6">
                        <c:v>1.5758636363636362</c:v>
                      </c:pt>
                      <c:pt idx="7">
                        <c:v>1.495538095238095</c:v>
                      </c:pt>
                      <c:pt idx="8">
                        <c:v>1.4341666666666668</c:v>
                      </c:pt>
                      <c:pt idx="9">
                        <c:v>1.3266272727272725</c:v>
                      </c:pt>
                      <c:pt idx="10">
                        <c:v>1.2744222222222223</c:v>
                      </c:pt>
                      <c:pt idx="11">
                        <c:v>1.3511454545454544</c:v>
                      </c:pt>
                      <c:pt idx="12">
                        <c:v>1.3244450000000001</c:v>
                      </c:pt>
                      <c:pt idx="13">
                        <c:v>1.2796842105263155</c:v>
                      </c:pt>
                      <c:pt idx="14">
                        <c:v>1.3050318181818183</c:v>
                      </c:pt>
                      <c:pt idx="15">
                        <c:v>1.3198909090909092</c:v>
                      </c:pt>
                      <c:pt idx="16">
                        <c:v>1.3645850000000002</c:v>
                      </c:pt>
                      <c:pt idx="17">
                        <c:v>1.4014454545454544</c:v>
                      </c:pt>
                      <c:pt idx="18">
                        <c:v>1.4091652173913041</c:v>
                      </c:pt>
                      <c:pt idx="19">
                        <c:v>1.4266238095238095</c:v>
                      </c:pt>
                      <c:pt idx="20">
                        <c:v>1.457514285714286</c:v>
                      </c:pt>
                      <c:pt idx="21">
                        <c:v>1.4821142857142857</c:v>
                      </c:pt>
                      <c:pt idx="22">
                        <c:v>1.4907526315789477</c:v>
                      </c:pt>
                      <c:pt idx="23">
                        <c:v>1.4578545454545455</c:v>
                      </c:pt>
                      <c:pt idx="24">
                        <c:v>1.4265736842105263</c:v>
                      </c:pt>
                      <c:pt idx="25">
                        <c:v>1.3679947368421053</c:v>
                      </c:pt>
                      <c:pt idx="26">
                        <c:v>1.3570043478260869</c:v>
                      </c:pt>
                      <c:pt idx="27">
                        <c:v>1.3416818181818182</c:v>
                      </c:pt>
                      <c:pt idx="28">
                        <c:v>1.2563150000000001</c:v>
                      </c:pt>
                      <c:pt idx="29">
                        <c:v>1.2223363636363633</c:v>
                      </c:pt>
                      <c:pt idx="30">
                        <c:v>1.2810571428571431</c:v>
                      </c:pt>
                      <c:pt idx="31">
                        <c:v>1.2902909090909089</c:v>
                      </c:pt>
                      <c:pt idx="32">
                        <c:v>1.3102857142857143</c:v>
                      </c:pt>
                      <c:pt idx="33">
                        <c:v>1.3900950000000001</c:v>
                      </c:pt>
                      <c:pt idx="34">
                        <c:v>1.3654249999999999</c:v>
                      </c:pt>
                      <c:pt idx="35">
                        <c:v>1.3221333333333332</c:v>
                      </c:pt>
                      <c:pt idx="36">
                        <c:v>1.3370650000000002</c:v>
                      </c:pt>
                      <c:pt idx="37">
                        <c:v>1.3655894736842105</c:v>
                      </c:pt>
                      <c:pt idx="38">
                        <c:v>1.4019826086956524</c:v>
                      </c:pt>
                      <c:pt idx="39">
                        <c:v>1.4459761904761903</c:v>
                      </c:pt>
                      <c:pt idx="40">
                        <c:v>1.4334523809523807</c:v>
                      </c:pt>
                      <c:pt idx="41">
                        <c:v>1.4402863636363639</c:v>
                      </c:pt>
                      <c:pt idx="42">
                        <c:v>1.4275</c:v>
                      </c:pt>
                      <c:pt idx="43">
                        <c:v>1.4333173913043478</c:v>
                      </c:pt>
                      <c:pt idx="44">
                        <c:v>1.3746714285714288</c:v>
                      </c:pt>
                      <c:pt idx="45">
                        <c:v>1.3732450000000003</c:v>
                      </c:pt>
                      <c:pt idx="46">
                        <c:v>1.3557600000000001</c:v>
                      </c:pt>
                      <c:pt idx="47">
                        <c:v>1.3154571428571429</c:v>
                      </c:pt>
                      <c:pt idx="48">
                        <c:v>1.2909849999999996</c:v>
                      </c:pt>
                      <c:pt idx="49">
                        <c:v>1.3238349999999997</c:v>
                      </c:pt>
                      <c:pt idx="50">
                        <c:v>1.3207499999999996</c:v>
                      </c:pt>
                      <c:pt idx="51">
                        <c:v>1.3160190476190474</c:v>
                      </c:pt>
                      <c:pt idx="52">
                        <c:v>1.2806454545454542</c:v>
                      </c:pt>
                      <c:pt idx="53">
                        <c:v>1.2541333333333335</c:v>
                      </c:pt>
                      <c:pt idx="54">
                        <c:v>1.2277619047619051</c:v>
                      </c:pt>
                      <c:pt idx="55">
                        <c:v>1.2406217391304348</c:v>
                      </c:pt>
                      <c:pt idx="56">
                        <c:v>1.2884578947368421</c:v>
                      </c:pt>
                      <c:pt idx="57">
                        <c:v>1.2973818181818182</c:v>
                      </c:pt>
                      <c:pt idx="58">
                        <c:v>1.2837400000000001</c:v>
                      </c:pt>
                      <c:pt idx="59">
                        <c:v>1.3119450000000001</c:v>
                      </c:pt>
                      <c:pt idx="60">
                        <c:v>1.3303904761904763</c:v>
                      </c:pt>
                      <c:pt idx="61">
                        <c:v>1.3346736842105265</c:v>
                      </c:pt>
                      <c:pt idx="62">
                        <c:v>1.2953142857142854</c:v>
                      </c:pt>
                      <c:pt idx="63">
                        <c:v>1.3025181818181819</c:v>
                      </c:pt>
                      <c:pt idx="64">
                        <c:v>1.2983136363636363</c:v>
                      </c:pt>
                      <c:pt idx="65">
                        <c:v>1.319715</c:v>
                      </c:pt>
                      <c:pt idx="66">
                        <c:v>1.3087863636363635</c:v>
                      </c:pt>
                      <c:pt idx="67">
                        <c:v>1.3313545454545457</c:v>
                      </c:pt>
                      <c:pt idx="68">
                        <c:v>1.3364150000000001</c:v>
                      </c:pt>
                      <c:pt idx="69">
                        <c:v>1.364590909090909</c:v>
                      </c:pt>
                      <c:pt idx="70">
                        <c:v>1.3490842105263159</c:v>
                      </c:pt>
                      <c:pt idx="71">
                        <c:v>1.3707999999999998</c:v>
                      </c:pt>
                      <c:pt idx="72">
                        <c:v>1.3617952380952381</c:v>
                      </c:pt>
                      <c:pt idx="73">
                        <c:v>1.366521052631579</c:v>
                      </c:pt>
                      <c:pt idx="74">
                        <c:v>1.3828190476190474</c:v>
                      </c:pt>
                      <c:pt idx="75">
                        <c:v>1.3810181818181819</c:v>
                      </c:pt>
                      <c:pt idx="76">
                        <c:v>1.3738523809523813</c:v>
                      </c:pt>
                      <c:pt idx="77">
                        <c:v>1.3594857142857142</c:v>
                      </c:pt>
                      <c:pt idx="78">
                        <c:v>1.3533363636363638</c:v>
                      </c:pt>
                      <c:pt idx="79">
                        <c:v>1.3315238095238091</c:v>
                      </c:pt>
                      <c:pt idx="80">
                        <c:v>1.2889095238095238</c:v>
                      </c:pt>
                      <c:pt idx="81">
                        <c:v>1.267731818181818</c:v>
                      </c:pt>
                      <c:pt idx="82">
                        <c:v>1.24725</c:v>
                      </c:pt>
                      <c:pt idx="83">
                        <c:v>1.2329190476190479</c:v>
                      </c:pt>
                      <c:pt idx="84">
                        <c:v>1.1614900000000001</c:v>
                      </c:pt>
                      <c:pt idx="85">
                        <c:v>1.1350263157894738</c:v>
                      </c:pt>
                      <c:pt idx="86">
                        <c:v>1.0819454545454545</c:v>
                      </c:pt>
                      <c:pt idx="87">
                        <c:v>1.0822045454545453</c:v>
                      </c:pt>
                      <c:pt idx="88">
                        <c:v>1.116735</c:v>
                      </c:pt>
                      <c:pt idx="89">
                        <c:v>1.1225590909090906</c:v>
                      </c:pt>
                      <c:pt idx="90">
                        <c:v>1.0997409090909089</c:v>
                      </c:pt>
                      <c:pt idx="91">
                        <c:v>1.1136142857142857</c:v>
                      </c:pt>
                      <c:pt idx="92">
                        <c:v>1.1228523809523807</c:v>
                      </c:pt>
                      <c:pt idx="93">
                        <c:v>1.1227952380952382</c:v>
                      </c:pt>
                      <c:pt idx="94">
                        <c:v>1.0726578947368421</c:v>
                      </c:pt>
                      <c:pt idx="95">
                        <c:v>1.0888681818181818</c:v>
                      </c:pt>
                      <c:pt idx="96">
                        <c:v>1.085505263157895</c:v>
                      </c:pt>
                      <c:pt idx="97">
                        <c:v>1.1092300000000002</c:v>
                      </c:pt>
                      <c:pt idx="98">
                        <c:v>1.1133521739130434</c:v>
                      </c:pt>
                      <c:pt idx="99">
                        <c:v>1.1345666666666665</c:v>
                      </c:pt>
                      <c:pt idx="100">
                        <c:v>1.1312047619047618</c:v>
                      </c:pt>
                      <c:pt idx="101">
                        <c:v>1.1231772727272726</c:v>
                      </c:pt>
                      <c:pt idx="102">
                        <c:v>1.1054949999999999</c:v>
                      </c:pt>
                      <c:pt idx="103">
                        <c:v>1.1206521739130435</c:v>
                      </c:pt>
                      <c:pt idx="104">
                        <c:v>1.1217809523809525</c:v>
                      </c:pt>
                      <c:pt idx="105">
                        <c:v>1.1014399999999998</c:v>
                      </c:pt>
                      <c:pt idx="106">
                        <c:v>1.07918</c:v>
                      </c:pt>
                      <c:pt idx="107">
                        <c:v>1.0544619047619046</c:v>
                      </c:pt>
                      <c:pt idx="108">
                        <c:v>1.0634947368421053</c:v>
                      </c:pt>
                      <c:pt idx="109">
                        <c:v>1.0650210526315791</c:v>
                      </c:pt>
                      <c:pt idx="110">
                        <c:v>1.0691043478260873</c:v>
                      </c:pt>
                      <c:pt idx="111">
                        <c:v>1.0713800000000002</c:v>
                      </c:pt>
                      <c:pt idx="112">
                        <c:v>1.1049863636363637</c:v>
                      </c:pt>
                      <c:pt idx="113">
                        <c:v>1.1233</c:v>
                      </c:pt>
                      <c:pt idx="114">
                        <c:v>1.1530150000000001</c:v>
                      </c:pt>
                      <c:pt idx="115">
                        <c:v>1.1812913043478259</c:v>
                      </c:pt>
                      <c:pt idx="116">
                        <c:v>1.1913349999999998</c:v>
                      </c:pt>
                      <c:pt idx="117">
                        <c:v>1.1755476190476193</c:v>
                      </c:pt>
                      <c:pt idx="118">
                        <c:v>1.1742949999999996</c:v>
                      </c:pt>
                      <c:pt idx="119">
                        <c:v>1.1836150000000001</c:v>
                      </c:pt>
                      <c:pt idx="120">
                        <c:v>1.2196523809523807</c:v>
                      </c:pt>
                      <c:pt idx="121">
                        <c:v>1.2339684210526318</c:v>
                      </c:pt>
                      <c:pt idx="122">
                        <c:v>1.2333954545454546</c:v>
                      </c:pt>
                      <c:pt idx="123">
                        <c:v>1.226952380952381</c:v>
                      </c:pt>
                      <c:pt idx="124">
                        <c:v>1.1822636363636365</c:v>
                      </c:pt>
                      <c:pt idx="125">
                        <c:v>1.1679142857142857</c:v>
                      </c:pt>
                      <c:pt idx="126">
                        <c:v>1.1684619047619051</c:v>
                      </c:pt>
                      <c:pt idx="127">
                        <c:v>1.1546608695652176</c:v>
                      </c:pt>
                      <c:pt idx="128">
                        <c:v>1.166694736842105</c:v>
                      </c:pt>
                      <c:pt idx="129">
                        <c:v>1.1487590909090908</c:v>
                      </c:pt>
                      <c:pt idx="130">
                        <c:v>1.13639</c:v>
                      </c:pt>
                      <c:pt idx="131">
                        <c:v>1.138038888888889</c:v>
                      </c:pt>
                      <c:pt idx="132">
                        <c:v>1.1417899999999999</c:v>
                      </c:pt>
                      <c:pt idx="133">
                        <c:v>1.1349444444444443</c:v>
                      </c:pt>
                      <c:pt idx="134">
                        <c:v>1.1296142857142857</c:v>
                      </c:pt>
                      <c:pt idx="135">
                        <c:v>1.1234000000000002</c:v>
                      </c:pt>
                      <c:pt idx="136">
                        <c:v>1.1186909090909087</c:v>
                      </c:pt>
                      <c:pt idx="137">
                        <c:v>1.1295149999999998</c:v>
                      </c:pt>
                      <c:pt idx="138">
                        <c:v>1.1211454545454544</c:v>
                      </c:pt>
                      <c:pt idx="139">
                        <c:v>1.1128681818181818</c:v>
                      </c:pt>
                      <c:pt idx="140">
                        <c:v>1.1011200000000001</c:v>
                      </c:pt>
                      <c:pt idx="141">
                        <c:v>1.1058181818181818</c:v>
                      </c:pt>
                      <c:pt idx="142">
                        <c:v>1.1050578947368421</c:v>
                      </c:pt>
                      <c:pt idx="143">
                        <c:v>1.1113666666666668</c:v>
                      </c:pt>
                      <c:pt idx="144">
                        <c:v>1.1097666666666666</c:v>
                      </c:pt>
                      <c:pt idx="145">
                        <c:v>1.0910736842105262</c:v>
                      </c:pt>
                      <c:pt idx="146">
                        <c:v>1.1045909090909092</c:v>
                      </c:pt>
                      <c:pt idx="147">
                        <c:v>1.0871090909090906</c:v>
                      </c:pt>
                      <c:pt idx="148">
                        <c:v>1.0907300000000004</c:v>
                      </c:pt>
                      <c:pt idx="149">
                        <c:v>1.1258999999999999</c:v>
                      </c:pt>
                      <c:pt idx="150">
                        <c:v>1.1488272727272728</c:v>
                      </c:pt>
                      <c:pt idx="151">
                        <c:v>1.1831142857142858</c:v>
                      </c:pt>
                      <c:pt idx="152">
                        <c:v>1.1785095238095238</c:v>
                      </c:pt>
                      <c:pt idx="153">
                        <c:v>1.1767809523809525</c:v>
                      </c:pt>
                      <c:pt idx="154">
                        <c:v>1.1826277777777778</c:v>
                      </c:pt>
                      <c:pt idx="155">
                        <c:v>1.2167999999999999</c:v>
                      </c:pt>
                      <c:pt idx="156">
                        <c:v>1.2177666666666667</c:v>
                      </c:pt>
                      <c:pt idx="157">
                        <c:v>1.2093947368421052</c:v>
                      </c:pt>
                      <c:pt idx="158">
                        <c:v>1.1901608695652175</c:v>
                      </c:pt>
                      <c:pt idx="159">
                        <c:v>1.1965409090909089</c:v>
                      </c:pt>
                      <c:pt idx="160">
                        <c:v>1.2146300000000001</c:v>
                      </c:pt>
                      <c:pt idx="161">
                        <c:v>1.2048272727272726</c:v>
                      </c:pt>
                      <c:pt idx="162">
                        <c:v>1.1821380952380953</c:v>
                      </c:pt>
                      <c:pt idx="163">
                        <c:v>1.1766954545454549</c:v>
                      </c:pt>
                      <c:pt idx="164">
                        <c:v>1.1764904761904762</c:v>
                      </c:pt>
                      <c:pt idx="165">
                        <c:v>1.1599850000000003</c:v>
                      </c:pt>
                      <c:pt idx="166">
                        <c:v>1.1415899999999997</c:v>
                      </c:pt>
                      <c:pt idx="167">
                        <c:v>1.1300809523809523</c:v>
                      </c:pt>
                      <c:pt idx="168">
                        <c:v>1.131675</c:v>
                      </c:pt>
                      <c:pt idx="169">
                        <c:v>1.1349052631578946</c:v>
                      </c:pt>
                      <c:pt idx="170">
                        <c:v>1.1018521739130436</c:v>
                      </c:pt>
                      <c:pt idx="171">
                        <c:v>1.080295238095238</c:v>
                      </c:pt>
                      <c:pt idx="172">
                        <c:v>1.0567190476190478</c:v>
                      </c:pt>
                      <c:pt idx="173">
                        <c:v>1.0567190476190476</c:v>
                      </c:pt>
                      <c:pt idx="174">
                        <c:v>1.0168250000000003</c:v>
                      </c:pt>
                      <c:pt idx="175">
                        <c:v>1.012878260869565</c:v>
                      </c:pt>
                      <c:pt idx="176">
                        <c:v>0.98988095238095242</c:v>
                      </c:pt>
                      <c:pt idx="177">
                        <c:v>0.98529500000000003</c:v>
                      </c:pt>
                      <c:pt idx="178">
                        <c:v>1.0191899999999998</c:v>
                      </c:pt>
                      <c:pt idx="179">
                        <c:v>1.0590666666666668</c:v>
                      </c:pt>
                      <c:pt idx="180">
                        <c:v>1.0776899999999998</c:v>
                      </c:pt>
                      <c:pt idx="181">
                        <c:v>1.0702263157894736</c:v>
                      </c:pt>
                      <c:pt idx="182">
                        <c:v>1.0711347826086957</c:v>
                      </c:pt>
                      <c:pt idx="183">
                        <c:v>1.0961999999999998</c:v>
                      </c:pt>
                      <c:pt idx="184">
                        <c:v>1.0867090909090911</c:v>
                      </c:pt>
                      <c:pt idx="185">
                        <c:v>1.0840285714285713</c:v>
                      </c:pt>
                      <c:pt idx="186">
                        <c:v>1.10669</c:v>
                      </c:pt>
                      <c:pt idx="187">
                        <c:v>1.0910000000000004</c:v>
                      </c:pt>
                      <c:pt idx="188">
                        <c:v>1.067175</c:v>
                      </c:pt>
                      <c:pt idx="189">
                        <c:v>1.056457142857143</c:v>
                      </c:pt>
                      <c:pt idx="190">
                        <c:v>1.0819300000000001</c:v>
                      </c:pt>
                      <c:pt idx="191">
                        <c:v>1.09094</c:v>
                      </c:pt>
                      <c:pt idx="192">
                        <c:v>1.0898904761904762</c:v>
                      </c:pt>
                      <c:pt idx="193">
                        <c:v>1.0792999999999997</c:v>
                      </c:pt>
                      <c:pt idx="194">
                        <c:v>1.0870190476190476</c:v>
                      </c:pt>
                      <c:pt idx="195">
                        <c:v>1.0723909090909092</c:v>
                      </c:pt>
                      <c:pt idx="196">
                        <c:v>1.0810136363636362</c:v>
                      </c:pt>
                      <c:pt idx="197">
                        <c:v>1.0763263157894738</c:v>
                      </c:pt>
                      <c:pt idx="198">
                        <c:v>1.084659090909091</c:v>
                      </c:pt>
                      <c:pt idx="199">
                        <c:v>1.1020181818181818</c:v>
                      </c:pt>
                      <c:pt idx="200">
                        <c:v>1.1104249999999998</c:v>
                      </c:pt>
                      <c:pt idx="201">
                        <c:v>1.08945</c:v>
                      </c:pt>
                      <c:pt idx="202">
                        <c:v>1.0621315789473684</c:v>
                      </c:pt>
                      <c:pt idx="203">
                        <c:v>1.047233333333333</c:v>
                      </c:pt>
                      <c:pt idx="204">
                        <c:v>1.0355904761904762</c:v>
                      </c:pt>
                      <c:pt idx="205">
                        <c:v>1.0412999999999999</c:v>
                      </c:pt>
                      <c:pt idx="206">
                        <c:v>1.0813142857142857</c:v>
                      </c:pt>
                      <c:pt idx="207">
                        <c:v>1.1231772727272726</c:v>
                      </c:pt>
                      <c:pt idx="208">
                        <c:v>1.1273666666666666</c:v>
                      </c:pt>
                      <c:pt idx="209">
                        <c:v>1.153365</c:v>
                      </c:pt>
                      <c:pt idx="210">
                        <c:v>1.1670818181818186</c:v>
                      </c:pt>
                      <c:pt idx="211">
                        <c:v>1.1647476190476191</c:v>
                      </c:pt>
                      <c:pt idx="212">
                        <c:v>1.1738714285714287</c:v>
                      </c:pt>
                      <c:pt idx="213">
                        <c:v>1.1648941176470589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FF07-4FA6-89FB-A39F7F2F58AB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3"/>
          <c:order val="3"/>
          <c:tx>
            <c:strRef>
              <c:f>Лист4!$A$6</c:f>
              <c:strCache>
                <c:ptCount val="1"/>
                <c:pt idx="0">
                  <c:v>Effective Fed Funds Rate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Лист4!$B$6:$HG$6</c:f>
              <c:numCache>
                <c:formatCode>_-* #\ ##0\ _₽_-;\-* #\ ##0\ _₽_-;_-* "-"??\ _₽_-;_-@_-</c:formatCode>
                <c:ptCount val="214"/>
                <c:pt idx="0">
                  <c:v>3.9314285714285715</c:v>
                </c:pt>
                <c:pt idx="1">
                  <c:v>2.9624999999999995</c:v>
                </c:pt>
                <c:pt idx="2">
                  <c:v>2.6028571428571423</c:v>
                </c:pt>
                <c:pt idx="3">
                  <c:v>2.2677272727272726</c:v>
                </c:pt>
                <c:pt idx="4">
                  <c:v>1.993333333333333</c:v>
                </c:pt>
                <c:pt idx="5">
                  <c:v>2.0014285714285713</c:v>
                </c:pt>
                <c:pt idx="6">
                  <c:v>2.019090909090909</c:v>
                </c:pt>
                <c:pt idx="7">
                  <c:v>1.9861904761904763</c:v>
                </c:pt>
                <c:pt idx="8">
                  <c:v>1.8642857142857143</c:v>
                </c:pt>
                <c:pt idx="9">
                  <c:v>1.0172727272727273</c:v>
                </c:pt>
                <c:pt idx="10">
                  <c:v>0.38722222222222225</c:v>
                </c:pt>
                <c:pt idx="11">
                  <c:v>0.17090909090909087</c:v>
                </c:pt>
                <c:pt idx="12">
                  <c:v>0.15699999999999997</c:v>
                </c:pt>
                <c:pt idx="13">
                  <c:v>0.22368421052631579</c:v>
                </c:pt>
                <c:pt idx="14">
                  <c:v>0.18272727272727274</c:v>
                </c:pt>
                <c:pt idx="15">
                  <c:v>0.1531818181818182</c:v>
                </c:pt>
                <c:pt idx="16">
                  <c:v>0.17449999999999996</c:v>
                </c:pt>
                <c:pt idx="17">
                  <c:v>0.20772727272727273</c:v>
                </c:pt>
                <c:pt idx="18">
                  <c:v>0.15695652173913041</c:v>
                </c:pt>
                <c:pt idx="19">
                  <c:v>0.16047619047619047</c:v>
                </c:pt>
                <c:pt idx="20">
                  <c:v>0.14619047619047615</c:v>
                </c:pt>
                <c:pt idx="21">
                  <c:v>0.11761904761904762</c:v>
                </c:pt>
                <c:pt idx="22">
                  <c:v>0.12000000000000001</c:v>
                </c:pt>
                <c:pt idx="23">
                  <c:v>0.11863636363636364</c:v>
                </c:pt>
                <c:pt idx="24">
                  <c:v>0.1168421052631579</c:v>
                </c:pt>
                <c:pt idx="25">
                  <c:v>0.12631578947368424</c:v>
                </c:pt>
                <c:pt idx="26">
                  <c:v>0.16173913043478264</c:v>
                </c:pt>
                <c:pt idx="27">
                  <c:v>0.19772727272727278</c:v>
                </c:pt>
                <c:pt idx="28">
                  <c:v>0.20250000000000004</c:v>
                </c:pt>
                <c:pt idx="29">
                  <c:v>0.17636363636363636</c:v>
                </c:pt>
                <c:pt idx="30">
                  <c:v>0.18190476190476193</c:v>
                </c:pt>
                <c:pt idx="31">
                  <c:v>0.18954545454545454</c:v>
                </c:pt>
                <c:pt idx="32">
                  <c:v>0.19380952380952382</c:v>
                </c:pt>
                <c:pt idx="33">
                  <c:v>0.19049999999999997</c:v>
                </c:pt>
                <c:pt idx="34">
                  <c:v>0.19500000000000003</c:v>
                </c:pt>
                <c:pt idx="35">
                  <c:v>0.18347826086956526</c:v>
                </c:pt>
                <c:pt idx="36">
                  <c:v>0.17299999999999999</c:v>
                </c:pt>
                <c:pt idx="37">
                  <c:v>0.15789473684210523</c:v>
                </c:pt>
                <c:pt idx="38">
                  <c:v>0.13826086956521741</c:v>
                </c:pt>
                <c:pt idx="39">
                  <c:v>9.5714285714285752E-2</c:v>
                </c:pt>
                <c:pt idx="40">
                  <c:v>9.3333333333333365E-2</c:v>
                </c:pt>
                <c:pt idx="41">
                  <c:v>9.0909090909090925E-2</c:v>
                </c:pt>
                <c:pt idx="42">
                  <c:v>6.8000000000000033E-2</c:v>
                </c:pt>
                <c:pt idx="43">
                  <c:v>9.7826086956521771E-2</c:v>
                </c:pt>
                <c:pt idx="44">
                  <c:v>8.3809523809523834E-2</c:v>
                </c:pt>
                <c:pt idx="45">
                  <c:v>7.2000000000000036E-2</c:v>
                </c:pt>
                <c:pt idx="46">
                  <c:v>8.2000000000000017E-2</c:v>
                </c:pt>
                <c:pt idx="47">
                  <c:v>7.1428571428571466E-2</c:v>
                </c:pt>
                <c:pt idx="48">
                  <c:v>8.450000000000002E-2</c:v>
                </c:pt>
                <c:pt idx="49">
                  <c:v>0.10500000000000002</c:v>
                </c:pt>
                <c:pt idx="50">
                  <c:v>0.12727272727272726</c:v>
                </c:pt>
                <c:pt idx="51">
                  <c:v>0.14523809523809522</c:v>
                </c:pt>
                <c:pt idx="52">
                  <c:v>0.15636363636363637</c:v>
                </c:pt>
                <c:pt idx="53">
                  <c:v>0.16190476190476188</c:v>
                </c:pt>
                <c:pt idx="54">
                  <c:v>0.15857142857142856</c:v>
                </c:pt>
                <c:pt idx="55">
                  <c:v>0.1321739130434782</c:v>
                </c:pt>
                <c:pt idx="56">
                  <c:v>0.14947368421052629</c:v>
                </c:pt>
                <c:pt idx="57">
                  <c:v>0.15909090909090909</c:v>
                </c:pt>
                <c:pt idx="58">
                  <c:v>0.16100000000000003</c:v>
                </c:pt>
                <c:pt idx="59">
                  <c:v>0.16299999999999998</c:v>
                </c:pt>
                <c:pt idx="60">
                  <c:v>0.14428571428571432</c:v>
                </c:pt>
                <c:pt idx="61">
                  <c:v>0.14210526315789473</c:v>
                </c:pt>
                <c:pt idx="62">
                  <c:v>0.14619047619047615</c:v>
                </c:pt>
                <c:pt idx="63">
                  <c:v>0.14499999999999996</c:v>
                </c:pt>
                <c:pt idx="64">
                  <c:v>0.10863636363636364</c:v>
                </c:pt>
                <c:pt idx="65">
                  <c:v>9.5500000000000029E-2</c:v>
                </c:pt>
                <c:pt idx="66">
                  <c:v>9.2272727272727298E-2</c:v>
                </c:pt>
                <c:pt idx="67">
                  <c:v>8.2727272727272746E-2</c:v>
                </c:pt>
                <c:pt idx="68">
                  <c:v>8.1000000000000016E-2</c:v>
                </c:pt>
                <c:pt idx="69">
                  <c:v>8.5454545454545491E-2</c:v>
                </c:pt>
                <c:pt idx="70">
                  <c:v>8.473684210526318E-2</c:v>
                </c:pt>
                <c:pt idx="71">
                  <c:v>8.619047619047622E-2</c:v>
                </c:pt>
                <c:pt idx="72">
                  <c:v>7.1428571428571466E-2</c:v>
                </c:pt>
                <c:pt idx="73">
                  <c:v>6.7368421052631619E-2</c:v>
                </c:pt>
                <c:pt idx="74">
                  <c:v>7.9047619047619061E-2</c:v>
                </c:pt>
                <c:pt idx="75">
                  <c:v>9.0454545454545482E-2</c:v>
                </c:pt>
                <c:pt idx="76">
                  <c:v>8.7142857142857161E-2</c:v>
                </c:pt>
                <c:pt idx="77">
                  <c:v>9.5714285714285752E-2</c:v>
                </c:pt>
                <c:pt idx="78">
                  <c:v>9.1363636363636397E-2</c:v>
                </c:pt>
                <c:pt idx="79">
                  <c:v>8.904761904761907E-2</c:v>
                </c:pt>
                <c:pt idx="80">
                  <c:v>8.8571428571428593E-2</c:v>
                </c:pt>
                <c:pt idx="81">
                  <c:v>8.8636363636363666E-2</c:v>
                </c:pt>
                <c:pt idx="82">
                  <c:v>9.5000000000000029E-2</c:v>
                </c:pt>
                <c:pt idx="83">
                  <c:v>0.12136363636363633</c:v>
                </c:pt>
                <c:pt idx="84">
                  <c:v>0.11650000000000002</c:v>
                </c:pt>
                <c:pt idx="85">
                  <c:v>0.11368421052631585</c:v>
                </c:pt>
                <c:pt idx="86">
                  <c:v>0.11363636363636366</c:v>
                </c:pt>
                <c:pt idx="87">
                  <c:v>0.1245454545454545</c:v>
                </c:pt>
                <c:pt idx="88">
                  <c:v>0.12450000000000001</c:v>
                </c:pt>
                <c:pt idx="89">
                  <c:v>0.12863636363636363</c:v>
                </c:pt>
                <c:pt idx="90">
                  <c:v>0.13043478260869565</c:v>
                </c:pt>
                <c:pt idx="91">
                  <c:v>0.14190476190476189</c:v>
                </c:pt>
                <c:pt idx="92">
                  <c:v>0.13523809523809527</c:v>
                </c:pt>
                <c:pt idx="93">
                  <c:v>0.12428571428571428</c:v>
                </c:pt>
                <c:pt idx="94">
                  <c:v>0.11894736842105266</c:v>
                </c:pt>
                <c:pt idx="95">
                  <c:v>0.23181818181818181</c:v>
                </c:pt>
                <c:pt idx="96">
                  <c:v>0.36263157894736836</c:v>
                </c:pt>
                <c:pt idx="97">
                  <c:v>0.374</c:v>
                </c:pt>
                <c:pt idx="98">
                  <c:v>0.361304347826087</c:v>
                </c:pt>
                <c:pt idx="99">
                  <c:v>0.3666666666666667</c:v>
                </c:pt>
                <c:pt idx="100">
                  <c:v>0.36619047619047623</c:v>
                </c:pt>
                <c:pt idx="101">
                  <c:v>0.37681818181818189</c:v>
                </c:pt>
                <c:pt idx="102">
                  <c:v>0.39550000000000013</c:v>
                </c:pt>
                <c:pt idx="103">
                  <c:v>0.39565217391304364</c:v>
                </c:pt>
                <c:pt idx="104">
                  <c:v>0.39476190476190481</c:v>
                </c:pt>
                <c:pt idx="105">
                  <c:v>0.40250000000000014</c:v>
                </c:pt>
                <c:pt idx="106">
                  <c:v>0.40500000000000008</c:v>
                </c:pt>
                <c:pt idx="107">
                  <c:v>0.53571428571428581</c:v>
                </c:pt>
                <c:pt idx="108">
                  <c:v>0.65500000000000003</c:v>
                </c:pt>
                <c:pt idx="109">
                  <c:v>0.65526315789473688</c:v>
                </c:pt>
                <c:pt idx="110">
                  <c:v>0.78652173913043477</c:v>
                </c:pt>
                <c:pt idx="111">
                  <c:v>0.90599999999999992</c:v>
                </c:pt>
                <c:pt idx="112">
                  <c:v>0.90636363636363626</c:v>
                </c:pt>
                <c:pt idx="113">
                  <c:v>1.0418181818181818</c:v>
                </c:pt>
                <c:pt idx="114">
                  <c:v>1.1555</c:v>
                </c:pt>
                <c:pt idx="115">
                  <c:v>1.1560869565217391</c:v>
                </c:pt>
                <c:pt idx="116">
                  <c:v>1.1549999999999998</c:v>
                </c:pt>
                <c:pt idx="117">
                  <c:v>1.1557142857142857</c:v>
                </c:pt>
                <c:pt idx="118">
                  <c:v>1.1557142857142857</c:v>
                </c:pt>
                <c:pt idx="119">
                  <c:v>1.2985000000000002</c:v>
                </c:pt>
                <c:pt idx="120">
                  <c:v>1.4161904761904769</c:v>
                </c:pt>
                <c:pt idx="121">
                  <c:v>1.4163157894736849</c:v>
                </c:pt>
                <c:pt idx="122">
                  <c:v>1.5054545454545454</c:v>
                </c:pt>
                <c:pt idx="123">
                  <c:v>1.6923809523809523</c:v>
                </c:pt>
                <c:pt idx="124">
                  <c:v>1.7</c:v>
                </c:pt>
                <c:pt idx="125">
                  <c:v>1.8209523809523804</c:v>
                </c:pt>
                <c:pt idx="126">
                  <c:v>1.9099999999999993</c:v>
                </c:pt>
                <c:pt idx="127">
                  <c:v>1.9147826086956528</c:v>
                </c:pt>
                <c:pt idx="128">
                  <c:v>1.948947368421053</c:v>
                </c:pt>
                <c:pt idx="129">
                  <c:v>2.1881818181818193</c:v>
                </c:pt>
                <c:pt idx="130">
                  <c:v>2.1990000000000007</c:v>
                </c:pt>
                <c:pt idx="131">
                  <c:v>2.2669999999999995</c:v>
                </c:pt>
                <c:pt idx="132">
                  <c:v>2.3999999999999995</c:v>
                </c:pt>
                <c:pt idx="133">
                  <c:v>2.3999999999999995</c:v>
                </c:pt>
                <c:pt idx="134">
                  <c:v>2.4038095238095232</c:v>
                </c:pt>
                <c:pt idx="135">
                  <c:v>2.4231818181818179</c:v>
                </c:pt>
                <c:pt idx="136">
                  <c:v>2.392727272727273</c:v>
                </c:pt>
                <c:pt idx="137">
                  <c:v>2.3755000000000006</c:v>
                </c:pt>
                <c:pt idx="138">
                  <c:v>2.4027272727272724</c:v>
                </c:pt>
                <c:pt idx="139">
                  <c:v>2.1249999999999996</c:v>
                </c:pt>
                <c:pt idx="140">
                  <c:v>2.0524999999999993</c:v>
                </c:pt>
                <c:pt idx="141">
                  <c:v>1.8300000000000003</c:v>
                </c:pt>
                <c:pt idx="142">
                  <c:v>1.5526315789473688</c:v>
                </c:pt>
                <c:pt idx="143">
                  <c:v>1.5509523809523813</c:v>
                </c:pt>
                <c:pt idx="144">
                  <c:v>1.5519047619047621</c:v>
                </c:pt>
                <c:pt idx="145">
                  <c:v>1.5836842105263151</c:v>
                </c:pt>
                <c:pt idx="146">
                  <c:v>0.62545454545454537</c:v>
                </c:pt>
                <c:pt idx="147">
                  <c:v>4.8636363636363658E-2</c:v>
                </c:pt>
                <c:pt idx="148">
                  <c:v>5.000000000000001E-2</c:v>
                </c:pt>
                <c:pt idx="149">
                  <c:v>7.6818181818181841E-2</c:v>
                </c:pt>
                <c:pt idx="150">
                  <c:v>9.3478260869565247E-2</c:v>
                </c:pt>
                <c:pt idx="151">
                  <c:v>9.4761904761904797E-2</c:v>
                </c:pt>
                <c:pt idx="152">
                  <c:v>9.0000000000000024E-2</c:v>
                </c:pt>
                <c:pt idx="153">
                  <c:v>9.0000000000000024E-2</c:v>
                </c:pt>
                <c:pt idx="154">
                  <c:v>8.6842105263157915E-2</c:v>
                </c:pt>
                <c:pt idx="155">
                  <c:v>9.0000000000000024E-2</c:v>
                </c:pt>
                <c:pt idx="156">
                  <c:v>8.526315789473686E-2</c:v>
                </c:pt>
                <c:pt idx="157">
                  <c:v>7.5789473684210532E-2</c:v>
                </c:pt>
                <c:pt idx="158">
                  <c:v>6.956521739130439E-2</c:v>
                </c:pt>
                <c:pt idx="159">
                  <c:v>6.8636363636363676E-2</c:v>
                </c:pt>
                <c:pt idx="160">
                  <c:v>5.9500000000000032E-2</c:v>
                </c:pt>
                <c:pt idx="161">
                  <c:v>7.7272727272727312E-2</c:v>
                </c:pt>
                <c:pt idx="162">
                  <c:v>9.8571428571428588E-2</c:v>
                </c:pt>
                <c:pt idx="163">
                  <c:v>9.3181818181818213E-2</c:v>
                </c:pt>
                <c:pt idx="164">
                  <c:v>7.9047619047619061E-2</c:v>
                </c:pt>
                <c:pt idx="165">
                  <c:v>7.9500000000000015E-2</c:v>
                </c:pt>
                <c:pt idx="166">
                  <c:v>7.9500000000000015E-2</c:v>
                </c:pt>
                <c:pt idx="167">
                  <c:v>7.9565217391304371E-2</c:v>
                </c:pt>
                <c:pt idx="168">
                  <c:v>8.0000000000000016E-2</c:v>
                </c:pt>
                <c:pt idx="169">
                  <c:v>8.0000000000000016E-2</c:v>
                </c:pt>
                <c:pt idx="170">
                  <c:v>0.19956521739130434</c:v>
                </c:pt>
                <c:pt idx="171">
                  <c:v>0.33</c:v>
                </c:pt>
                <c:pt idx="172">
                  <c:v>0.75857142857142856</c:v>
                </c:pt>
                <c:pt idx="173">
                  <c:v>1.1871428571428568</c:v>
                </c:pt>
                <c:pt idx="174">
                  <c:v>1.6544999999999994</c:v>
                </c:pt>
                <c:pt idx="175">
                  <c:v>2.3299999999999987</c:v>
                </c:pt>
                <c:pt idx="176">
                  <c:v>2.5799999999999992</c:v>
                </c:pt>
                <c:pt idx="177">
                  <c:v>3.0799999999999992</c:v>
                </c:pt>
                <c:pt idx="178">
                  <c:v>3.754999999999999</c:v>
                </c:pt>
                <c:pt idx="179">
                  <c:v>4.091904761904761</c:v>
                </c:pt>
                <c:pt idx="180">
                  <c:v>4.3299999999999992</c:v>
                </c:pt>
                <c:pt idx="181">
                  <c:v>4.5652631578947362</c:v>
                </c:pt>
                <c:pt idx="182">
                  <c:v>4.6530434782608685</c:v>
                </c:pt>
                <c:pt idx="183">
                  <c:v>4.8299999999999992</c:v>
                </c:pt>
                <c:pt idx="184">
                  <c:v>5.04590909090909</c:v>
                </c:pt>
                <c:pt idx="185">
                  <c:v>5.0757142857142821</c:v>
                </c:pt>
                <c:pt idx="186">
                  <c:v>5.1169999999999991</c:v>
                </c:pt>
                <c:pt idx="187">
                  <c:v>5.3299999999999992</c:v>
                </c:pt>
                <c:pt idx="188">
                  <c:v>5.3299999999999992</c:v>
                </c:pt>
                <c:pt idx="189">
                  <c:v>5.3299999999999992</c:v>
                </c:pt>
                <c:pt idx="190">
                  <c:v>5.3299999999999992</c:v>
                </c:pt>
                <c:pt idx="191">
                  <c:v>5.3299999999999992</c:v>
                </c:pt>
                <c:pt idx="192">
                  <c:v>5.3299999999999992</c:v>
                </c:pt>
                <c:pt idx="193">
                  <c:v>5.3299999999999992</c:v>
                </c:pt>
                <c:pt idx="194">
                  <c:v>5.3299999999999992</c:v>
                </c:pt>
                <c:pt idx="195">
                  <c:v>5.3299999999999992</c:v>
                </c:pt>
                <c:pt idx="196">
                  <c:v>5.3299999999999992</c:v>
                </c:pt>
                <c:pt idx="197">
                  <c:v>5.3299999999999992</c:v>
                </c:pt>
                <c:pt idx="198">
                  <c:v>5.3299999999999992</c:v>
                </c:pt>
                <c:pt idx="199">
                  <c:v>5.3299999999999992</c:v>
                </c:pt>
                <c:pt idx="200">
                  <c:v>5.129999999999999</c:v>
                </c:pt>
                <c:pt idx="201">
                  <c:v>4.8299999999999992</c:v>
                </c:pt>
                <c:pt idx="202">
                  <c:v>4.6457894736842098</c:v>
                </c:pt>
                <c:pt idx="203">
                  <c:v>4.4847619047619034</c:v>
                </c:pt>
                <c:pt idx="204">
                  <c:v>4.3299999999999992</c:v>
                </c:pt>
                <c:pt idx="205">
                  <c:v>4.3299999999999992</c:v>
                </c:pt>
                <c:pt idx="206">
                  <c:v>4.3299999999999992</c:v>
                </c:pt>
                <c:pt idx="207">
                  <c:v>4.3299999999999992</c:v>
                </c:pt>
                <c:pt idx="208">
                  <c:v>4.3299999999999992</c:v>
                </c:pt>
                <c:pt idx="209">
                  <c:v>4.3299999999999992</c:v>
                </c:pt>
                <c:pt idx="210">
                  <c:v>4.3299999999999992</c:v>
                </c:pt>
                <c:pt idx="211">
                  <c:v>4.3299999999999992</c:v>
                </c:pt>
                <c:pt idx="212">
                  <c:v>4.2261904761904763</c:v>
                </c:pt>
                <c:pt idx="213">
                  <c:v>4.1022222222222222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07-4FA6-89FB-A39F7F2F58AB}"/>
            </c:ext>
          </c:extLst>
        </c:ser>
        <c:ser>
          <c:idx val="5"/>
          <c:order val="5"/>
          <c:tx>
            <c:strRef>
              <c:f>Лист4!$A$8</c:f>
              <c:strCache>
                <c:ptCount val="1"/>
                <c:pt idx="0">
                  <c:v>Unemployment Rate (SA)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Лист4!$B$8:$HG$8</c:f>
              <c:numCache>
                <c:formatCode>_-* #\ ##0\ _₽_-;\-* #\ ##0\ _₽_-;_-* "-"??\ _₽_-;_-@_-</c:formatCode>
                <c:ptCount val="214"/>
                <c:pt idx="0">
                  <c:v>5</c:v>
                </c:pt>
                <c:pt idx="1">
                  <c:v>4.9000000000000004</c:v>
                </c:pt>
                <c:pt idx="2">
                  <c:v>5.0999999999999996</c:v>
                </c:pt>
                <c:pt idx="3">
                  <c:v>5</c:v>
                </c:pt>
                <c:pt idx="4">
                  <c:v>5.4</c:v>
                </c:pt>
                <c:pt idx="5">
                  <c:v>5.6</c:v>
                </c:pt>
                <c:pt idx="6">
                  <c:v>5.8</c:v>
                </c:pt>
                <c:pt idx="7">
                  <c:v>6.1</c:v>
                </c:pt>
                <c:pt idx="8">
                  <c:v>6.1</c:v>
                </c:pt>
                <c:pt idx="9">
                  <c:v>6.5</c:v>
                </c:pt>
                <c:pt idx="10">
                  <c:v>6.8</c:v>
                </c:pt>
                <c:pt idx="11">
                  <c:v>7.3</c:v>
                </c:pt>
                <c:pt idx="12">
                  <c:v>7.8</c:v>
                </c:pt>
                <c:pt idx="13">
                  <c:v>8.3000000000000007</c:v>
                </c:pt>
                <c:pt idx="14">
                  <c:v>8.6999999999999993</c:v>
                </c:pt>
                <c:pt idx="15">
                  <c:v>9</c:v>
                </c:pt>
                <c:pt idx="16">
                  <c:v>9.4</c:v>
                </c:pt>
                <c:pt idx="17">
                  <c:v>9.5</c:v>
                </c:pt>
                <c:pt idx="18">
                  <c:v>9.5</c:v>
                </c:pt>
                <c:pt idx="19">
                  <c:v>9.6</c:v>
                </c:pt>
                <c:pt idx="20">
                  <c:v>9.8000000000000007</c:v>
                </c:pt>
                <c:pt idx="21">
                  <c:v>10</c:v>
                </c:pt>
                <c:pt idx="22">
                  <c:v>9.9</c:v>
                </c:pt>
                <c:pt idx="23">
                  <c:v>9.9</c:v>
                </c:pt>
                <c:pt idx="24">
                  <c:v>9.8000000000000007</c:v>
                </c:pt>
                <c:pt idx="25">
                  <c:v>9.8000000000000007</c:v>
                </c:pt>
                <c:pt idx="26">
                  <c:v>9.9</c:v>
                </c:pt>
                <c:pt idx="27">
                  <c:v>9.9</c:v>
                </c:pt>
                <c:pt idx="28">
                  <c:v>9.6</c:v>
                </c:pt>
                <c:pt idx="29">
                  <c:v>9.4</c:v>
                </c:pt>
                <c:pt idx="30">
                  <c:v>9.4</c:v>
                </c:pt>
                <c:pt idx="31">
                  <c:v>9.5</c:v>
                </c:pt>
                <c:pt idx="32">
                  <c:v>9.5</c:v>
                </c:pt>
                <c:pt idx="33">
                  <c:v>9.4</c:v>
                </c:pt>
                <c:pt idx="34">
                  <c:v>9.8000000000000007</c:v>
                </c:pt>
                <c:pt idx="35">
                  <c:v>9.3000000000000007</c:v>
                </c:pt>
                <c:pt idx="36">
                  <c:v>9.1</c:v>
                </c:pt>
                <c:pt idx="37">
                  <c:v>9</c:v>
                </c:pt>
                <c:pt idx="38">
                  <c:v>9</c:v>
                </c:pt>
                <c:pt idx="39">
                  <c:v>9.1</c:v>
                </c:pt>
                <c:pt idx="40">
                  <c:v>9</c:v>
                </c:pt>
                <c:pt idx="41">
                  <c:v>9.1</c:v>
                </c:pt>
                <c:pt idx="42">
                  <c:v>9</c:v>
                </c:pt>
                <c:pt idx="43">
                  <c:v>9</c:v>
                </c:pt>
                <c:pt idx="44">
                  <c:v>9</c:v>
                </c:pt>
                <c:pt idx="45">
                  <c:v>8.8000000000000007</c:v>
                </c:pt>
                <c:pt idx="46">
                  <c:v>8.6</c:v>
                </c:pt>
                <c:pt idx="47">
                  <c:v>8.5</c:v>
                </c:pt>
                <c:pt idx="48">
                  <c:v>8.3000000000000007</c:v>
                </c:pt>
                <c:pt idx="49">
                  <c:v>8.3000000000000007</c:v>
                </c:pt>
                <c:pt idx="50">
                  <c:v>8.1999999999999993</c:v>
                </c:pt>
                <c:pt idx="51">
                  <c:v>8.1999999999999993</c:v>
                </c:pt>
                <c:pt idx="52">
                  <c:v>8.1999999999999993</c:v>
                </c:pt>
                <c:pt idx="53">
                  <c:v>8.1999999999999993</c:v>
                </c:pt>
                <c:pt idx="54">
                  <c:v>8.1999999999999993</c:v>
                </c:pt>
                <c:pt idx="55">
                  <c:v>8.1</c:v>
                </c:pt>
                <c:pt idx="56">
                  <c:v>7.8</c:v>
                </c:pt>
                <c:pt idx="57">
                  <c:v>7.8</c:v>
                </c:pt>
                <c:pt idx="58">
                  <c:v>7.7</c:v>
                </c:pt>
                <c:pt idx="59">
                  <c:v>7.9</c:v>
                </c:pt>
                <c:pt idx="60">
                  <c:v>8</c:v>
                </c:pt>
                <c:pt idx="61">
                  <c:v>7.7</c:v>
                </c:pt>
                <c:pt idx="62">
                  <c:v>7.5</c:v>
                </c:pt>
                <c:pt idx="63">
                  <c:v>7.6</c:v>
                </c:pt>
                <c:pt idx="64">
                  <c:v>7.5</c:v>
                </c:pt>
                <c:pt idx="65">
                  <c:v>7.5</c:v>
                </c:pt>
                <c:pt idx="66">
                  <c:v>7.3</c:v>
                </c:pt>
                <c:pt idx="67">
                  <c:v>7.2</c:v>
                </c:pt>
                <c:pt idx="68">
                  <c:v>7.2</c:v>
                </c:pt>
                <c:pt idx="69">
                  <c:v>7.2</c:v>
                </c:pt>
                <c:pt idx="70">
                  <c:v>6.9</c:v>
                </c:pt>
                <c:pt idx="71">
                  <c:v>6.7</c:v>
                </c:pt>
                <c:pt idx="72">
                  <c:v>6.6</c:v>
                </c:pt>
                <c:pt idx="73">
                  <c:v>6.7</c:v>
                </c:pt>
                <c:pt idx="74">
                  <c:v>6.7</c:v>
                </c:pt>
                <c:pt idx="75">
                  <c:v>6.2</c:v>
                </c:pt>
                <c:pt idx="76">
                  <c:v>6.3</c:v>
                </c:pt>
                <c:pt idx="77">
                  <c:v>6.1</c:v>
                </c:pt>
                <c:pt idx="78">
                  <c:v>6.2</c:v>
                </c:pt>
                <c:pt idx="79">
                  <c:v>6.1</c:v>
                </c:pt>
                <c:pt idx="80">
                  <c:v>5.9</c:v>
                </c:pt>
                <c:pt idx="81">
                  <c:v>5.7</c:v>
                </c:pt>
                <c:pt idx="82">
                  <c:v>5.8</c:v>
                </c:pt>
                <c:pt idx="83">
                  <c:v>5.6</c:v>
                </c:pt>
                <c:pt idx="84">
                  <c:v>5.7</c:v>
                </c:pt>
                <c:pt idx="85">
                  <c:v>5.5</c:v>
                </c:pt>
                <c:pt idx="86">
                  <c:v>5.4</c:v>
                </c:pt>
                <c:pt idx="87">
                  <c:v>5.4</c:v>
                </c:pt>
                <c:pt idx="88">
                  <c:v>5.6</c:v>
                </c:pt>
                <c:pt idx="89">
                  <c:v>5.3</c:v>
                </c:pt>
                <c:pt idx="90">
                  <c:v>5.2</c:v>
                </c:pt>
                <c:pt idx="91">
                  <c:v>5.0999999999999996</c:v>
                </c:pt>
                <c:pt idx="92">
                  <c:v>5</c:v>
                </c:pt>
                <c:pt idx="93">
                  <c:v>5</c:v>
                </c:pt>
                <c:pt idx="94">
                  <c:v>5.0999999999999996</c:v>
                </c:pt>
                <c:pt idx="95">
                  <c:v>5</c:v>
                </c:pt>
                <c:pt idx="96">
                  <c:v>4.8</c:v>
                </c:pt>
                <c:pt idx="97">
                  <c:v>4.9000000000000004</c:v>
                </c:pt>
                <c:pt idx="98">
                  <c:v>5</c:v>
                </c:pt>
                <c:pt idx="99">
                  <c:v>5.0999999999999996</c:v>
                </c:pt>
                <c:pt idx="100">
                  <c:v>4.8</c:v>
                </c:pt>
                <c:pt idx="101">
                  <c:v>4.9000000000000004</c:v>
                </c:pt>
                <c:pt idx="102">
                  <c:v>4.8</c:v>
                </c:pt>
                <c:pt idx="103">
                  <c:v>4.9000000000000004</c:v>
                </c:pt>
                <c:pt idx="104">
                  <c:v>5</c:v>
                </c:pt>
                <c:pt idx="105">
                  <c:v>4.9000000000000004</c:v>
                </c:pt>
                <c:pt idx="106">
                  <c:v>4.7</c:v>
                </c:pt>
                <c:pt idx="107">
                  <c:v>4.7</c:v>
                </c:pt>
                <c:pt idx="108">
                  <c:v>4.7</c:v>
                </c:pt>
                <c:pt idx="109">
                  <c:v>4.5999999999999996</c:v>
                </c:pt>
                <c:pt idx="110">
                  <c:v>4.4000000000000004</c:v>
                </c:pt>
                <c:pt idx="111">
                  <c:v>4.4000000000000004</c:v>
                </c:pt>
                <c:pt idx="112">
                  <c:v>4.4000000000000004</c:v>
                </c:pt>
                <c:pt idx="113">
                  <c:v>4.3</c:v>
                </c:pt>
                <c:pt idx="114">
                  <c:v>4.3</c:v>
                </c:pt>
                <c:pt idx="115">
                  <c:v>4.4000000000000004</c:v>
                </c:pt>
                <c:pt idx="116">
                  <c:v>4.3</c:v>
                </c:pt>
                <c:pt idx="117">
                  <c:v>4.2</c:v>
                </c:pt>
                <c:pt idx="118">
                  <c:v>4.2</c:v>
                </c:pt>
                <c:pt idx="119">
                  <c:v>4.0999999999999996</c:v>
                </c:pt>
                <c:pt idx="120">
                  <c:v>4</c:v>
                </c:pt>
                <c:pt idx="121">
                  <c:v>4.0999999999999996</c:v>
                </c:pt>
                <c:pt idx="122">
                  <c:v>4</c:v>
                </c:pt>
                <c:pt idx="123">
                  <c:v>4</c:v>
                </c:pt>
                <c:pt idx="124">
                  <c:v>3.8</c:v>
                </c:pt>
                <c:pt idx="125">
                  <c:v>4</c:v>
                </c:pt>
                <c:pt idx="126">
                  <c:v>3.8</c:v>
                </c:pt>
                <c:pt idx="127">
                  <c:v>3.8</c:v>
                </c:pt>
                <c:pt idx="128">
                  <c:v>3.7</c:v>
                </c:pt>
                <c:pt idx="129">
                  <c:v>3.8</c:v>
                </c:pt>
                <c:pt idx="130">
                  <c:v>3.8</c:v>
                </c:pt>
                <c:pt idx="131">
                  <c:v>3.9</c:v>
                </c:pt>
                <c:pt idx="132">
                  <c:v>4</c:v>
                </c:pt>
                <c:pt idx="133">
                  <c:v>3.8</c:v>
                </c:pt>
                <c:pt idx="134">
                  <c:v>3.8</c:v>
                </c:pt>
                <c:pt idx="135">
                  <c:v>3.7</c:v>
                </c:pt>
                <c:pt idx="136">
                  <c:v>3.6</c:v>
                </c:pt>
                <c:pt idx="137">
                  <c:v>3.6</c:v>
                </c:pt>
                <c:pt idx="138">
                  <c:v>3.7</c:v>
                </c:pt>
                <c:pt idx="139">
                  <c:v>3.6</c:v>
                </c:pt>
                <c:pt idx="140">
                  <c:v>3.5</c:v>
                </c:pt>
                <c:pt idx="141">
                  <c:v>3.6</c:v>
                </c:pt>
                <c:pt idx="142">
                  <c:v>3.6</c:v>
                </c:pt>
                <c:pt idx="143">
                  <c:v>3.6</c:v>
                </c:pt>
                <c:pt idx="144">
                  <c:v>3.6</c:v>
                </c:pt>
                <c:pt idx="145">
                  <c:v>3.5</c:v>
                </c:pt>
                <c:pt idx="146">
                  <c:v>4.4000000000000004</c:v>
                </c:pt>
                <c:pt idx="147">
                  <c:v>14.8</c:v>
                </c:pt>
                <c:pt idx="148">
                  <c:v>13.2</c:v>
                </c:pt>
                <c:pt idx="149">
                  <c:v>11</c:v>
                </c:pt>
                <c:pt idx="150">
                  <c:v>10.199999999999999</c:v>
                </c:pt>
                <c:pt idx="151">
                  <c:v>8.4</c:v>
                </c:pt>
                <c:pt idx="152">
                  <c:v>7.8</c:v>
                </c:pt>
                <c:pt idx="153">
                  <c:v>6.9</c:v>
                </c:pt>
                <c:pt idx="154">
                  <c:v>6.7</c:v>
                </c:pt>
                <c:pt idx="155">
                  <c:v>6.7</c:v>
                </c:pt>
                <c:pt idx="156">
                  <c:v>6.4</c:v>
                </c:pt>
                <c:pt idx="157">
                  <c:v>6.2</c:v>
                </c:pt>
                <c:pt idx="158">
                  <c:v>6.1</c:v>
                </c:pt>
                <c:pt idx="159">
                  <c:v>6.1</c:v>
                </c:pt>
                <c:pt idx="160">
                  <c:v>5.8</c:v>
                </c:pt>
                <c:pt idx="161">
                  <c:v>5.9</c:v>
                </c:pt>
                <c:pt idx="162">
                  <c:v>5.4</c:v>
                </c:pt>
                <c:pt idx="163">
                  <c:v>5.0999999999999996</c:v>
                </c:pt>
                <c:pt idx="164">
                  <c:v>4.7</c:v>
                </c:pt>
                <c:pt idx="165">
                  <c:v>4.5</c:v>
                </c:pt>
                <c:pt idx="166">
                  <c:v>4.2</c:v>
                </c:pt>
                <c:pt idx="167">
                  <c:v>3.9</c:v>
                </c:pt>
                <c:pt idx="168">
                  <c:v>4</c:v>
                </c:pt>
                <c:pt idx="169">
                  <c:v>3.8</c:v>
                </c:pt>
                <c:pt idx="170">
                  <c:v>3.7</c:v>
                </c:pt>
                <c:pt idx="171">
                  <c:v>3.7</c:v>
                </c:pt>
                <c:pt idx="172">
                  <c:v>3.6</c:v>
                </c:pt>
                <c:pt idx="173">
                  <c:v>3.6</c:v>
                </c:pt>
                <c:pt idx="174">
                  <c:v>3.5</c:v>
                </c:pt>
                <c:pt idx="175">
                  <c:v>3.6</c:v>
                </c:pt>
                <c:pt idx="176">
                  <c:v>3.5</c:v>
                </c:pt>
                <c:pt idx="177">
                  <c:v>3.6</c:v>
                </c:pt>
                <c:pt idx="178">
                  <c:v>3.6</c:v>
                </c:pt>
                <c:pt idx="179">
                  <c:v>3.5</c:v>
                </c:pt>
                <c:pt idx="180">
                  <c:v>3.5</c:v>
                </c:pt>
                <c:pt idx="181">
                  <c:v>3.6</c:v>
                </c:pt>
                <c:pt idx="182">
                  <c:v>3.5</c:v>
                </c:pt>
                <c:pt idx="183">
                  <c:v>3.4</c:v>
                </c:pt>
                <c:pt idx="184">
                  <c:v>3.6</c:v>
                </c:pt>
                <c:pt idx="185">
                  <c:v>3.6</c:v>
                </c:pt>
                <c:pt idx="186">
                  <c:v>3.5</c:v>
                </c:pt>
                <c:pt idx="187">
                  <c:v>3.7</c:v>
                </c:pt>
                <c:pt idx="188">
                  <c:v>3.8</c:v>
                </c:pt>
                <c:pt idx="189">
                  <c:v>3.9</c:v>
                </c:pt>
                <c:pt idx="190">
                  <c:v>3.7</c:v>
                </c:pt>
                <c:pt idx="191">
                  <c:v>3.8</c:v>
                </c:pt>
                <c:pt idx="192">
                  <c:v>3.7</c:v>
                </c:pt>
                <c:pt idx="193">
                  <c:v>3.9</c:v>
                </c:pt>
                <c:pt idx="194">
                  <c:v>3.9</c:v>
                </c:pt>
                <c:pt idx="195">
                  <c:v>3.9</c:v>
                </c:pt>
                <c:pt idx="196">
                  <c:v>4</c:v>
                </c:pt>
                <c:pt idx="197">
                  <c:v>4.0999999999999996</c:v>
                </c:pt>
                <c:pt idx="198">
                  <c:v>4.2</c:v>
                </c:pt>
                <c:pt idx="199">
                  <c:v>4.2</c:v>
                </c:pt>
                <c:pt idx="200">
                  <c:v>4.0999999999999996</c:v>
                </c:pt>
                <c:pt idx="201">
                  <c:v>4.0999999999999996</c:v>
                </c:pt>
                <c:pt idx="202">
                  <c:v>4.2</c:v>
                </c:pt>
                <c:pt idx="203">
                  <c:v>4.0999999999999996</c:v>
                </c:pt>
                <c:pt idx="204">
                  <c:v>4</c:v>
                </c:pt>
                <c:pt idx="205">
                  <c:v>4.0999999999999996</c:v>
                </c:pt>
                <c:pt idx="206">
                  <c:v>4.2</c:v>
                </c:pt>
                <c:pt idx="207">
                  <c:v>4.2</c:v>
                </c:pt>
                <c:pt idx="208">
                  <c:v>4.2</c:v>
                </c:pt>
                <c:pt idx="209">
                  <c:v>4.0999999999999996</c:v>
                </c:pt>
                <c:pt idx="210">
                  <c:v>4.2</c:v>
                </c:pt>
                <c:pt idx="211">
                  <c:v>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07-4FA6-89FB-A39F7F2F58AB}"/>
            </c:ext>
          </c:extLst>
        </c:ser>
        <c:ser>
          <c:idx val="7"/>
          <c:order val="7"/>
          <c:tx>
            <c:strRef>
              <c:f>Лист4!$A$10</c:f>
              <c:strCache>
                <c:ptCount val="1"/>
                <c:pt idx="0">
                  <c:v>UST 10Y Yield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Лист4!$B$10:$HG$10</c:f>
              <c:numCache>
                <c:formatCode>_-* #\ ##0\ _₽_-;\-* #\ ##0\ _₽_-;_-* "-"??\ _₽_-;_-@_-</c:formatCode>
                <c:ptCount val="214"/>
                <c:pt idx="0">
                  <c:v>3.7442857142857147</c:v>
                </c:pt>
                <c:pt idx="1">
                  <c:v>3.7374999999999998</c:v>
                </c:pt>
                <c:pt idx="2">
                  <c:v>3.5100000000000002</c:v>
                </c:pt>
                <c:pt idx="3">
                  <c:v>3.6749999999999998</c:v>
                </c:pt>
                <c:pt idx="4">
                  <c:v>3.8800000000000008</c:v>
                </c:pt>
                <c:pt idx="5">
                  <c:v>4.0995238095238085</c:v>
                </c:pt>
                <c:pt idx="6">
                  <c:v>4.0077272727272728</c:v>
                </c:pt>
                <c:pt idx="7">
                  <c:v>3.8857142857142861</c:v>
                </c:pt>
                <c:pt idx="8">
                  <c:v>3.6861904761904754</c:v>
                </c:pt>
                <c:pt idx="9">
                  <c:v>3.8140909090909094</c:v>
                </c:pt>
                <c:pt idx="10">
                  <c:v>3.5266666666666673</c:v>
                </c:pt>
                <c:pt idx="11">
                  <c:v>2.4163636363636374</c:v>
                </c:pt>
                <c:pt idx="12">
                  <c:v>2.5174999999999992</c:v>
                </c:pt>
                <c:pt idx="13">
                  <c:v>2.8700000000000006</c:v>
                </c:pt>
                <c:pt idx="14">
                  <c:v>2.8195454545454548</c:v>
                </c:pt>
                <c:pt idx="15">
                  <c:v>2.927142857142857</c:v>
                </c:pt>
                <c:pt idx="16">
                  <c:v>3.2930000000000006</c:v>
                </c:pt>
                <c:pt idx="17">
                  <c:v>3.7218181818181817</c:v>
                </c:pt>
                <c:pt idx="18">
                  <c:v>3.5622727272727275</c:v>
                </c:pt>
                <c:pt idx="19">
                  <c:v>3.5871428571428572</c:v>
                </c:pt>
                <c:pt idx="20">
                  <c:v>3.401904761904762</c:v>
                </c:pt>
                <c:pt idx="21">
                  <c:v>3.3876190476190478</c:v>
                </c:pt>
                <c:pt idx="22">
                  <c:v>3.4026315789473678</c:v>
                </c:pt>
                <c:pt idx="23">
                  <c:v>3.589999999999999</c:v>
                </c:pt>
                <c:pt idx="24">
                  <c:v>3.7331578947368427</c:v>
                </c:pt>
                <c:pt idx="25">
                  <c:v>3.6910526315789469</c:v>
                </c:pt>
                <c:pt idx="26">
                  <c:v>3.7273913043478255</c:v>
                </c:pt>
                <c:pt idx="27">
                  <c:v>3.8468181818181817</c:v>
                </c:pt>
                <c:pt idx="28">
                  <c:v>3.4199999999999995</c:v>
                </c:pt>
                <c:pt idx="29">
                  <c:v>3.2040909090909095</c:v>
                </c:pt>
                <c:pt idx="30">
                  <c:v>3.0114285714285716</c:v>
                </c:pt>
                <c:pt idx="31">
                  <c:v>2.6986363636363637</c:v>
                </c:pt>
                <c:pt idx="32">
                  <c:v>2.6476190476190475</c:v>
                </c:pt>
                <c:pt idx="33">
                  <c:v>2.54</c:v>
                </c:pt>
                <c:pt idx="34">
                  <c:v>2.7630000000000003</c:v>
                </c:pt>
                <c:pt idx="35">
                  <c:v>3.2909090909090906</c:v>
                </c:pt>
                <c:pt idx="36">
                  <c:v>3.3940000000000006</c:v>
                </c:pt>
                <c:pt idx="37">
                  <c:v>3.5763157894736834</c:v>
                </c:pt>
                <c:pt idx="38">
                  <c:v>3.414347826086956</c:v>
                </c:pt>
                <c:pt idx="39">
                  <c:v>3.4549999999999996</c:v>
                </c:pt>
                <c:pt idx="40">
                  <c:v>3.168571428571429</c:v>
                </c:pt>
                <c:pt idx="41">
                  <c:v>3.002272727272727</c:v>
                </c:pt>
                <c:pt idx="42">
                  <c:v>3.0030000000000001</c:v>
                </c:pt>
                <c:pt idx="43">
                  <c:v>2.3030434782608689</c:v>
                </c:pt>
                <c:pt idx="44">
                  <c:v>1.9752380952380955</c:v>
                </c:pt>
                <c:pt idx="45">
                  <c:v>2.1519999999999997</c:v>
                </c:pt>
                <c:pt idx="46">
                  <c:v>2.0134999999999996</c:v>
                </c:pt>
                <c:pt idx="47">
                  <c:v>1.9780952380952384</c:v>
                </c:pt>
                <c:pt idx="48">
                  <c:v>1.9664999999999995</c:v>
                </c:pt>
                <c:pt idx="49">
                  <c:v>1.9674999999999998</c:v>
                </c:pt>
                <c:pt idx="50">
                  <c:v>2.1727272727272724</c:v>
                </c:pt>
                <c:pt idx="51">
                  <c:v>2.0528571428571425</c:v>
                </c:pt>
                <c:pt idx="52">
                  <c:v>1.8031818181818189</c:v>
                </c:pt>
                <c:pt idx="53">
                  <c:v>1.6223809523809525</c:v>
                </c:pt>
                <c:pt idx="54">
                  <c:v>1.5266666666666664</c:v>
                </c:pt>
                <c:pt idx="55">
                  <c:v>1.6782608695652175</c:v>
                </c:pt>
                <c:pt idx="56">
                  <c:v>1.7231578947368422</c:v>
                </c:pt>
                <c:pt idx="57">
                  <c:v>1.7461904761904758</c:v>
                </c:pt>
                <c:pt idx="58">
                  <c:v>1.6539999999999999</c:v>
                </c:pt>
                <c:pt idx="59">
                  <c:v>1.7189999999999999</c:v>
                </c:pt>
                <c:pt idx="60">
                  <c:v>1.9147619047619049</c:v>
                </c:pt>
                <c:pt idx="61">
                  <c:v>1.9842105263157896</c:v>
                </c:pt>
                <c:pt idx="62">
                  <c:v>1.9575</c:v>
                </c:pt>
                <c:pt idx="63">
                  <c:v>1.7590909090909093</c:v>
                </c:pt>
                <c:pt idx="64">
                  <c:v>1.9281818181818182</c:v>
                </c:pt>
                <c:pt idx="65">
                  <c:v>2.3000000000000003</c:v>
                </c:pt>
                <c:pt idx="66">
                  <c:v>2.5822727272727275</c:v>
                </c:pt>
                <c:pt idx="67">
                  <c:v>2.7372727272727273</c:v>
                </c:pt>
                <c:pt idx="68">
                  <c:v>2.8094999999999999</c:v>
                </c:pt>
                <c:pt idx="69">
                  <c:v>2.6159090909090912</c:v>
                </c:pt>
                <c:pt idx="70">
                  <c:v>2.7184210526315793</c:v>
                </c:pt>
                <c:pt idx="71">
                  <c:v>2.901904761904762</c:v>
                </c:pt>
                <c:pt idx="72">
                  <c:v>2.8580952380952378</c:v>
                </c:pt>
                <c:pt idx="73">
                  <c:v>2.7094736842105265</c:v>
                </c:pt>
                <c:pt idx="74">
                  <c:v>2.7233333333333327</c:v>
                </c:pt>
                <c:pt idx="75">
                  <c:v>2.7052380952380952</c:v>
                </c:pt>
                <c:pt idx="76">
                  <c:v>2.559047619047619</c:v>
                </c:pt>
                <c:pt idx="77">
                  <c:v>2.5985714285714288</c:v>
                </c:pt>
                <c:pt idx="78">
                  <c:v>2.542272727272727</c:v>
                </c:pt>
                <c:pt idx="79">
                  <c:v>2.42</c:v>
                </c:pt>
                <c:pt idx="80">
                  <c:v>2.5342857142857147</c:v>
                </c:pt>
                <c:pt idx="81">
                  <c:v>2.3040909090909092</c:v>
                </c:pt>
                <c:pt idx="82">
                  <c:v>2.3255555555555558</c:v>
                </c:pt>
                <c:pt idx="83">
                  <c:v>2.2072727272727275</c:v>
                </c:pt>
                <c:pt idx="84">
                  <c:v>1.8814999999999997</c:v>
                </c:pt>
                <c:pt idx="85">
                  <c:v>1.9752631578947366</c:v>
                </c:pt>
                <c:pt idx="86">
                  <c:v>2.0427272727272729</c:v>
                </c:pt>
                <c:pt idx="87">
                  <c:v>1.9349999999999996</c:v>
                </c:pt>
                <c:pt idx="88">
                  <c:v>2.1975000000000002</c:v>
                </c:pt>
                <c:pt idx="89">
                  <c:v>2.3636363636363638</c:v>
                </c:pt>
                <c:pt idx="90">
                  <c:v>2.3245454545454547</c:v>
                </c:pt>
                <c:pt idx="91">
                  <c:v>2.1671428571428568</c:v>
                </c:pt>
                <c:pt idx="92">
                  <c:v>2.1728571428571435</c:v>
                </c:pt>
                <c:pt idx="93">
                  <c:v>2.0699999999999994</c:v>
                </c:pt>
                <c:pt idx="94">
                  <c:v>2.2631578947368416</c:v>
                </c:pt>
                <c:pt idx="95">
                  <c:v>2.2427272727272736</c:v>
                </c:pt>
                <c:pt idx="96">
                  <c:v>2.0852631578947372</c:v>
                </c:pt>
                <c:pt idx="97">
                  <c:v>1.7794999999999999</c:v>
                </c:pt>
                <c:pt idx="98">
                  <c:v>1.8890909090909089</c:v>
                </c:pt>
                <c:pt idx="99">
                  <c:v>1.8052380952380953</c:v>
                </c:pt>
                <c:pt idx="100">
                  <c:v>1.8061904761904766</c:v>
                </c:pt>
                <c:pt idx="101">
                  <c:v>1.6440909090909095</c:v>
                </c:pt>
                <c:pt idx="102">
                  <c:v>1.504</c:v>
                </c:pt>
                <c:pt idx="103">
                  <c:v>1.5565217391304347</c:v>
                </c:pt>
                <c:pt idx="104">
                  <c:v>1.6304761904761906</c:v>
                </c:pt>
                <c:pt idx="105">
                  <c:v>1.7645000000000004</c:v>
                </c:pt>
                <c:pt idx="106">
                  <c:v>2.1419999999999999</c:v>
                </c:pt>
                <c:pt idx="107">
                  <c:v>2.4919047619047618</c:v>
                </c:pt>
                <c:pt idx="108">
                  <c:v>2.4325000000000001</c:v>
                </c:pt>
                <c:pt idx="109">
                  <c:v>2.4189473684210525</c:v>
                </c:pt>
                <c:pt idx="110">
                  <c:v>2.4817391304347827</c:v>
                </c:pt>
                <c:pt idx="111">
                  <c:v>2.2973684210526319</c:v>
                </c:pt>
                <c:pt idx="112">
                  <c:v>2.3036363636363633</c:v>
                </c:pt>
                <c:pt idx="113">
                  <c:v>2.186818181818182</c:v>
                </c:pt>
                <c:pt idx="114">
                  <c:v>2.3179999999999996</c:v>
                </c:pt>
                <c:pt idx="115">
                  <c:v>2.2091304347826091</c:v>
                </c:pt>
                <c:pt idx="116">
                  <c:v>2.2020000000000004</c:v>
                </c:pt>
                <c:pt idx="117">
                  <c:v>2.3600000000000003</c:v>
                </c:pt>
                <c:pt idx="118">
                  <c:v>2.3533333333333331</c:v>
                </c:pt>
                <c:pt idx="119">
                  <c:v>2.4024999999999999</c:v>
                </c:pt>
                <c:pt idx="120">
                  <c:v>2.5838095238095242</c:v>
                </c:pt>
                <c:pt idx="121">
                  <c:v>2.8589473684210525</c:v>
                </c:pt>
                <c:pt idx="122">
                  <c:v>2.8423809523809527</c:v>
                </c:pt>
                <c:pt idx="123">
                  <c:v>2.8690476190476191</c:v>
                </c:pt>
                <c:pt idx="124">
                  <c:v>2.977727272727273</c:v>
                </c:pt>
                <c:pt idx="125">
                  <c:v>2.9123809523809525</c:v>
                </c:pt>
                <c:pt idx="126">
                  <c:v>2.8890476190476195</c:v>
                </c:pt>
                <c:pt idx="127">
                  <c:v>2.8891304347826088</c:v>
                </c:pt>
                <c:pt idx="128">
                  <c:v>3.0042105263157892</c:v>
                </c:pt>
                <c:pt idx="129">
                  <c:v>3.1522727272727278</c:v>
                </c:pt>
                <c:pt idx="130">
                  <c:v>3.1170000000000004</c:v>
                </c:pt>
                <c:pt idx="131">
                  <c:v>2.8326315789473688</c:v>
                </c:pt>
                <c:pt idx="132">
                  <c:v>2.7138095238095241</c:v>
                </c:pt>
                <c:pt idx="133">
                  <c:v>2.676315789473684</c:v>
                </c:pt>
                <c:pt idx="134">
                  <c:v>2.5709523809523809</c:v>
                </c:pt>
                <c:pt idx="135">
                  <c:v>2.5323809523809522</c:v>
                </c:pt>
                <c:pt idx="136">
                  <c:v>2.395</c:v>
                </c:pt>
                <c:pt idx="137">
                  <c:v>2.0739999999999998</c:v>
                </c:pt>
                <c:pt idx="138">
                  <c:v>2.0590909090909091</c:v>
                </c:pt>
                <c:pt idx="139">
                  <c:v>1.6263636363636365</c:v>
                </c:pt>
                <c:pt idx="140">
                  <c:v>1.6994999999999998</c:v>
                </c:pt>
                <c:pt idx="141">
                  <c:v>1.706818181818182</c:v>
                </c:pt>
                <c:pt idx="142">
                  <c:v>1.8121052631578947</c:v>
                </c:pt>
                <c:pt idx="143">
                  <c:v>1.862857142857143</c:v>
                </c:pt>
                <c:pt idx="144">
                  <c:v>1.7576190476190474</c:v>
                </c:pt>
                <c:pt idx="145">
                  <c:v>1.5042105263157894</c:v>
                </c:pt>
                <c:pt idx="146">
                  <c:v>0.86999999999999966</c:v>
                </c:pt>
                <c:pt idx="147">
                  <c:v>0.65761904761904777</c:v>
                </c:pt>
                <c:pt idx="148">
                  <c:v>0.67399999999999982</c:v>
                </c:pt>
                <c:pt idx="149">
                  <c:v>0.72863636363636364</c:v>
                </c:pt>
                <c:pt idx="150">
                  <c:v>0.62363636363636354</c:v>
                </c:pt>
                <c:pt idx="151">
                  <c:v>0.65</c:v>
                </c:pt>
                <c:pt idx="152">
                  <c:v>0.67952380952380931</c:v>
                </c:pt>
                <c:pt idx="153">
                  <c:v>0.78714285714285703</c:v>
                </c:pt>
                <c:pt idx="154">
                  <c:v>0.87000000000000011</c:v>
                </c:pt>
                <c:pt idx="155">
                  <c:v>0.9336363636363636</c:v>
                </c:pt>
                <c:pt idx="156">
                  <c:v>1.081052631578947</c:v>
                </c:pt>
                <c:pt idx="157">
                  <c:v>1.2578947368421052</c:v>
                </c:pt>
                <c:pt idx="158">
                  <c:v>1.6108695652173912</c:v>
                </c:pt>
                <c:pt idx="159">
                  <c:v>1.6349999999999996</c:v>
                </c:pt>
                <c:pt idx="160">
                  <c:v>1.6209999999999998</c:v>
                </c:pt>
                <c:pt idx="161">
                  <c:v>1.5190909090909088</c:v>
                </c:pt>
                <c:pt idx="162">
                  <c:v>1.3185714285714287</c:v>
                </c:pt>
                <c:pt idx="163">
                  <c:v>1.283181818181818</c:v>
                </c:pt>
                <c:pt idx="164">
                  <c:v>1.3747619047619046</c:v>
                </c:pt>
                <c:pt idx="165">
                  <c:v>1.5825</c:v>
                </c:pt>
                <c:pt idx="166">
                  <c:v>1.5594999999999999</c:v>
                </c:pt>
                <c:pt idx="167">
                  <c:v>1.4650000000000001</c:v>
                </c:pt>
                <c:pt idx="168">
                  <c:v>1.7639999999999998</c:v>
                </c:pt>
                <c:pt idx="169">
                  <c:v>1.9342105263157894</c:v>
                </c:pt>
                <c:pt idx="170">
                  <c:v>2.1278260869565218</c:v>
                </c:pt>
                <c:pt idx="171">
                  <c:v>2.7475000000000005</c:v>
                </c:pt>
                <c:pt idx="172">
                  <c:v>2.8980952380952383</c:v>
                </c:pt>
                <c:pt idx="173">
                  <c:v>3.1433333333333344</c:v>
                </c:pt>
                <c:pt idx="174">
                  <c:v>2.8959999999999999</c:v>
                </c:pt>
                <c:pt idx="175">
                  <c:v>2.8978260869565213</c:v>
                </c:pt>
                <c:pt idx="176">
                  <c:v>3.5190476190476194</c:v>
                </c:pt>
                <c:pt idx="177">
                  <c:v>3.9834999999999994</c:v>
                </c:pt>
                <c:pt idx="178">
                  <c:v>3.8910000000000005</c:v>
                </c:pt>
                <c:pt idx="179">
                  <c:v>3.6161904761904755</c:v>
                </c:pt>
                <c:pt idx="180">
                  <c:v>3.5315000000000003</c:v>
                </c:pt>
                <c:pt idx="181">
                  <c:v>3.7468421052631586</c:v>
                </c:pt>
                <c:pt idx="182">
                  <c:v>3.6630434782608687</c:v>
                </c:pt>
                <c:pt idx="183">
                  <c:v>3.46</c:v>
                </c:pt>
                <c:pt idx="184">
                  <c:v>3.5736363636363637</c:v>
                </c:pt>
                <c:pt idx="185">
                  <c:v>3.7480952380952379</c:v>
                </c:pt>
                <c:pt idx="186">
                  <c:v>3.8994999999999997</c:v>
                </c:pt>
                <c:pt idx="187">
                  <c:v>4.1678260869565227</c:v>
                </c:pt>
                <c:pt idx="188">
                  <c:v>4.3790000000000004</c:v>
                </c:pt>
                <c:pt idx="189">
                  <c:v>4.7980952380952377</c:v>
                </c:pt>
                <c:pt idx="190">
                  <c:v>4.5028571428571427</c:v>
                </c:pt>
                <c:pt idx="191">
                  <c:v>4.0200000000000005</c:v>
                </c:pt>
                <c:pt idx="192">
                  <c:v>4.0580952380952384</c:v>
                </c:pt>
                <c:pt idx="193">
                  <c:v>4.2075000000000005</c:v>
                </c:pt>
                <c:pt idx="194">
                  <c:v>4.208499999999999</c:v>
                </c:pt>
                <c:pt idx="195">
                  <c:v>4.53909090909091</c:v>
                </c:pt>
                <c:pt idx="196">
                  <c:v>4.4822727272727274</c:v>
                </c:pt>
                <c:pt idx="197">
                  <c:v>4.3052631578947373</c:v>
                </c:pt>
                <c:pt idx="198">
                  <c:v>4.2486363636363649</c:v>
                </c:pt>
                <c:pt idx="199">
                  <c:v>3.8709090909090906</c:v>
                </c:pt>
                <c:pt idx="200">
                  <c:v>3.7235</c:v>
                </c:pt>
                <c:pt idx="201">
                  <c:v>4.0954545454545448</c:v>
                </c:pt>
                <c:pt idx="202">
                  <c:v>4.3557894736842098</c:v>
                </c:pt>
                <c:pt idx="203">
                  <c:v>4.3914285714285715</c:v>
                </c:pt>
                <c:pt idx="204">
                  <c:v>4.6290476190476184</c:v>
                </c:pt>
                <c:pt idx="205">
                  <c:v>4.4510526315789471</c:v>
                </c:pt>
                <c:pt idx="206">
                  <c:v>4.2804761904761905</c:v>
                </c:pt>
                <c:pt idx="207">
                  <c:v>4.2790476190476188</c:v>
                </c:pt>
                <c:pt idx="208">
                  <c:v>4.4238095238095259</c:v>
                </c:pt>
                <c:pt idx="209">
                  <c:v>4.3834999999999997</c:v>
                </c:pt>
                <c:pt idx="210">
                  <c:v>4.3918181818181825</c:v>
                </c:pt>
                <c:pt idx="211">
                  <c:v>4.2647619047619045</c:v>
                </c:pt>
                <c:pt idx="212">
                  <c:v>4.1204761904761895</c:v>
                </c:pt>
                <c:pt idx="213">
                  <c:v>4.059444444444444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F07-4FA6-89FB-A39F7F2F58AB}"/>
            </c:ext>
          </c:extLst>
        </c:ser>
        <c:ser>
          <c:idx val="8"/>
          <c:order val="8"/>
          <c:tx>
            <c:strRef>
              <c:f>Лист4!$A$11</c:f>
              <c:strCache>
                <c:ptCount val="1"/>
                <c:pt idx="0">
                  <c:v>UST 2Y Yield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Лист4!$B$11:$HG$11</c:f>
              <c:numCache>
                <c:formatCode>_-* #\ ##0\ _₽_-;\-* #\ ##0\ _₽_-;_-* "-"??\ _₽_-;_-@_-</c:formatCode>
                <c:ptCount val="214"/>
                <c:pt idx="0">
                  <c:v>2.4757142857142855</c:v>
                </c:pt>
                <c:pt idx="1">
                  <c:v>1.9729999999999996</c:v>
                </c:pt>
                <c:pt idx="2">
                  <c:v>1.6169999999999998</c:v>
                </c:pt>
                <c:pt idx="3">
                  <c:v>2.0472727272727269</c:v>
                </c:pt>
                <c:pt idx="4">
                  <c:v>2.4457142857142857</c:v>
                </c:pt>
                <c:pt idx="5">
                  <c:v>2.7738095238095237</c:v>
                </c:pt>
                <c:pt idx="6">
                  <c:v>2.5731818181818182</c:v>
                </c:pt>
                <c:pt idx="7">
                  <c:v>2.4204761904761902</c:v>
                </c:pt>
                <c:pt idx="8">
                  <c:v>2.0761904761904768</c:v>
                </c:pt>
                <c:pt idx="9">
                  <c:v>1.6122727272727275</c:v>
                </c:pt>
                <c:pt idx="10">
                  <c:v>1.2127777777777777</c:v>
                </c:pt>
                <c:pt idx="11">
                  <c:v>0.82090909090909103</c:v>
                </c:pt>
                <c:pt idx="12">
                  <c:v>0.80700000000000005</c:v>
                </c:pt>
                <c:pt idx="13">
                  <c:v>0.97526315789473694</c:v>
                </c:pt>
                <c:pt idx="14">
                  <c:v>0.93136363636363628</c:v>
                </c:pt>
                <c:pt idx="15">
                  <c:v>0.92714285714285705</c:v>
                </c:pt>
                <c:pt idx="16">
                  <c:v>0.92949999999999999</c:v>
                </c:pt>
                <c:pt idx="17">
                  <c:v>1.1840909090909093</c:v>
                </c:pt>
                <c:pt idx="18">
                  <c:v>1.0190909090909093</c:v>
                </c:pt>
                <c:pt idx="19">
                  <c:v>1.1152380952380954</c:v>
                </c:pt>
                <c:pt idx="20">
                  <c:v>0.95619047619047615</c:v>
                </c:pt>
                <c:pt idx="21">
                  <c:v>0.94904761904761892</c:v>
                </c:pt>
                <c:pt idx="22">
                  <c:v>0.80315789473684207</c:v>
                </c:pt>
                <c:pt idx="23">
                  <c:v>0.87454545454545463</c:v>
                </c:pt>
                <c:pt idx="24">
                  <c:v>0.92894736842105252</c:v>
                </c:pt>
                <c:pt idx="25">
                  <c:v>0.85684210526315774</c:v>
                </c:pt>
                <c:pt idx="26">
                  <c:v>0.95869565217391295</c:v>
                </c:pt>
                <c:pt idx="27">
                  <c:v>1.0604545454545458</c:v>
                </c:pt>
                <c:pt idx="28">
                  <c:v>0.83050000000000002</c:v>
                </c:pt>
                <c:pt idx="29">
                  <c:v>0.72454545454545449</c:v>
                </c:pt>
                <c:pt idx="30">
                  <c:v>0.61666666666666659</c:v>
                </c:pt>
                <c:pt idx="31">
                  <c:v>0.5204545454545455</c:v>
                </c:pt>
                <c:pt idx="32">
                  <c:v>0.47999999999999993</c:v>
                </c:pt>
                <c:pt idx="33">
                  <c:v>0.376</c:v>
                </c:pt>
                <c:pt idx="34">
                  <c:v>0.4539999999999999</c:v>
                </c:pt>
                <c:pt idx="35">
                  <c:v>0.61818181818181828</c:v>
                </c:pt>
                <c:pt idx="36">
                  <c:v>0.61449999999999982</c:v>
                </c:pt>
                <c:pt idx="37">
                  <c:v>0.77263157894736845</c:v>
                </c:pt>
                <c:pt idx="38">
                  <c:v>0.69739130434782626</c:v>
                </c:pt>
                <c:pt idx="39">
                  <c:v>0.73449999999999993</c:v>
                </c:pt>
                <c:pt idx="40">
                  <c:v>0.55523809523809542</c:v>
                </c:pt>
                <c:pt idx="41">
                  <c:v>0.41045454545454541</c:v>
                </c:pt>
                <c:pt idx="42">
                  <c:v>0.40650000000000003</c:v>
                </c:pt>
                <c:pt idx="43">
                  <c:v>0.23043478260869571</c:v>
                </c:pt>
                <c:pt idx="44">
                  <c:v>0.21142857142857144</c:v>
                </c:pt>
                <c:pt idx="45">
                  <c:v>0.28050000000000003</c:v>
                </c:pt>
                <c:pt idx="46">
                  <c:v>0.25349999999999995</c:v>
                </c:pt>
                <c:pt idx="47">
                  <c:v>0.25714285714285723</c:v>
                </c:pt>
                <c:pt idx="48">
                  <c:v>0.24049999999999999</c:v>
                </c:pt>
                <c:pt idx="49">
                  <c:v>0.27799999999999991</c:v>
                </c:pt>
                <c:pt idx="50">
                  <c:v>0.3445454545454546</c:v>
                </c:pt>
                <c:pt idx="51">
                  <c:v>0.29190476190476183</c:v>
                </c:pt>
                <c:pt idx="52">
                  <c:v>0.28499999999999998</c:v>
                </c:pt>
                <c:pt idx="53">
                  <c:v>0.29190476190476178</c:v>
                </c:pt>
                <c:pt idx="54">
                  <c:v>0.24809523809523817</c:v>
                </c:pt>
                <c:pt idx="55">
                  <c:v>0.268695652173913</c:v>
                </c:pt>
                <c:pt idx="56">
                  <c:v>0.2552631578947368</c:v>
                </c:pt>
                <c:pt idx="57">
                  <c:v>0.27714285714285708</c:v>
                </c:pt>
                <c:pt idx="58">
                  <c:v>0.26799999999999996</c:v>
                </c:pt>
                <c:pt idx="59">
                  <c:v>0.25700000000000001</c:v>
                </c:pt>
                <c:pt idx="60">
                  <c:v>0.26523809523809516</c:v>
                </c:pt>
                <c:pt idx="61">
                  <c:v>0.26736842105263159</c:v>
                </c:pt>
                <c:pt idx="62">
                  <c:v>0.25600000000000001</c:v>
                </c:pt>
                <c:pt idx="63">
                  <c:v>0.23227272727272738</c:v>
                </c:pt>
                <c:pt idx="64">
                  <c:v>0.25045454545454537</c:v>
                </c:pt>
                <c:pt idx="65">
                  <c:v>0.33350000000000002</c:v>
                </c:pt>
                <c:pt idx="66">
                  <c:v>0.34090909090909088</c:v>
                </c:pt>
                <c:pt idx="67">
                  <c:v>0.35636363636363638</c:v>
                </c:pt>
                <c:pt idx="68">
                  <c:v>0.40399999999999991</c:v>
                </c:pt>
                <c:pt idx="69">
                  <c:v>0.33545454545454539</c:v>
                </c:pt>
                <c:pt idx="70">
                  <c:v>0.30368421052631583</c:v>
                </c:pt>
                <c:pt idx="71">
                  <c:v>0.33999999999999997</c:v>
                </c:pt>
                <c:pt idx="72">
                  <c:v>0.39380952380952394</c:v>
                </c:pt>
                <c:pt idx="73">
                  <c:v>0.32684210526315788</c:v>
                </c:pt>
                <c:pt idx="74">
                  <c:v>0.3990476190476191</c:v>
                </c:pt>
                <c:pt idx="75">
                  <c:v>0.41714285714285704</c:v>
                </c:pt>
                <c:pt idx="76">
                  <c:v>0.38904761904761903</c:v>
                </c:pt>
                <c:pt idx="77">
                  <c:v>0.45238095238095244</c:v>
                </c:pt>
                <c:pt idx="78">
                  <c:v>0.50636363636363624</c:v>
                </c:pt>
                <c:pt idx="79">
                  <c:v>0.47238095238095246</c:v>
                </c:pt>
                <c:pt idx="80">
                  <c:v>0.56666666666666665</c:v>
                </c:pt>
                <c:pt idx="81">
                  <c:v>0.44545454545454549</c:v>
                </c:pt>
                <c:pt idx="82">
                  <c:v>0.52722222222222237</c:v>
                </c:pt>
                <c:pt idx="83">
                  <c:v>0.63545454545454561</c:v>
                </c:pt>
                <c:pt idx="84">
                  <c:v>0.5515000000000001</c:v>
                </c:pt>
                <c:pt idx="85">
                  <c:v>0.61894736842105269</c:v>
                </c:pt>
                <c:pt idx="86">
                  <c:v>0.6404545454545455</c:v>
                </c:pt>
                <c:pt idx="87">
                  <c:v>0.54</c:v>
                </c:pt>
                <c:pt idx="88">
                  <c:v>0.60899999999999999</c:v>
                </c:pt>
                <c:pt idx="89">
                  <c:v>0.6886363636363636</c:v>
                </c:pt>
                <c:pt idx="90">
                  <c:v>0.66772727272727272</c:v>
                </c:pt>
                <c:pt idx="91">
                  <c:v>0.69761904761904758</c:v>
                </c:pt>
                <c:pt idx="92">
                  <c:v>0.71333333333333326</c:v>
                </c:pt>
                <c:pt idx="93">
                  <c:v>0.64476190476190476</c:v>
                </c:pt>
                <c:pt idx="94">
                  <c:v>0.88473684210526304</c:v>
                </c:pt>
                <c:pt idx="95">
                  <c:v>0.98272727272727278</c:v>
                </c:pt>
                <c:pt idx="96">
                  <c:v>0.89947368421052631</c:v>
                </c:pt>
                <c:pt idx="97">
                  <c:v>0.73350000000000004</c:v>
                </c:pt>
                <c:pt idx="98">
                  <c:v>0.875</c:v>
                </c:pt>
                <c:pt idx="99">
                  <c:v>0.76809523809523805</c:v>
                </c:pt>
                <c:pt idx="100">
                  <c:v>0.81619047619047624</c:v>
                </c:pt>
                <c:pt idx="101">
                  <c:v>0.73136363636363622</c:v>
                </c:pt>
                <c:pt idx="102">
                  <c:v>0.6725000000000001</c:v>
                </c:pt>
                <c:pt idx="103">
                  <c:v>0.73739130434782607</c:v>
                </c:pt>
                <c:pt idx="104">
                  <c:v>0.77095238095238083</c:v>
                </c:pt>
                <c:pt idx="105">
                  <c:v>0.84299999999999997</c:v>
                </c:pt>
                <c:pt idx="106">
                  <c:v>0.97950000000000004</c:v>
                </c:pt>
                <c:pt idx="107">
                  <c:v>1.1966666666666665</c:v>
                </c:pt>
                <c:pt idx="108">
                  <c:v>1.2064999999999999</c:v>
                </c:pt>
                <c:pt idx="109">
                  <c:v>1.2010526315789469</c:v>
                </c:pt>
                <c:pt idx="110">
                  <c:v>1.3130434782608698</c:v>
                </c:pt>
                <c:pt idx="111">
                  <c:v>1.2410526315789474</c:v>
                </c:pt>
                <c:pt idx="112">
                  <c:v>1.301818181818182</c:v>
                </c:pt>
                <c:pt idx="113">
                  <c:v>1.3422727272727271</c:v>
                </c:pt>
                <c:pt idx="114">
                  <c:v>1.3724999999999998</c:v>
                </c:pt>
                <c:pt idx="115">
                  <c:v>1.3352173913043475</c:v>
                </c:pt>
                <c:pt idx="116">
                  <c:v>1.3844999999999998</c:v>
                </c:pt>
                <c:pt idx="117">
                  <c:v>1.5495238095238095</c:v>
                </c:pt>
                <c:pt idx="118">
                  <c:v>1.6966666666666665</c:v>
                </c:pt>
                <c:pt idx="119">
                  <c:v>1.8440000000000001</c:v>
                </c:pt>
                <c:pt idx="120">
                  <c:v>2.0319047619047623</c:v>
                </c:pt>
                <c:pt idx="121">
                  <c:v>2.175263157894737</c:v>
                </c:pt>
                <c:pt idx="122">
                  <c:v>2.2757142857142854</c:v>
                </c:pt>
                <c:pt idx="123">
                  <c:v>2.3842857142857148</c:v>
                </c:pt>
                <c:pt idx="124">
                  <c:v>2.5118181818181817</c:v>
                </c:pt>
                <c:pt idx="125">
                  <c:v>2.5333333333333341</c:v>
                </c:pt>
                <c:pt idx="126">
                  <c:v>2.6066666666666669</c:v>
                </c:pt>
                <c:pt idx="127">
                  <c:v>2.6356521739130438</c:v>
                </c:pt>
                <c:pt idx="128">
                  <c:v>2.7678947368421056</c:v>
                </c:pt>
                <c:pt idx="129">
                  <c:v>2.8609090909090913</c:v>
                </c:pt>
                <c:pt idx="130">
                  <c:v>2.8590000000000004</c:v>
                </c:pt>
                <c:pt idx="131">
                  <c:v>2.6763157894736844</c:v>
                </c:pt>
                <c:pt idx="132">
                  <c:v>2.5433333333333339</c:v>
                </c:pt>
                <c:pt idx="133">
                  <c:v>2.5042105263157892</c:v>
                </c:pt>
                <c:pt idx="134">
                  <c:v>2.4095238095238094</c:v>
                </c:pt>
                <c:pt idx="135">
                  <c:v>2.3447619047619046</c:v>
                </c:pt>
                <c:pt idx="136">
                  <c:v>2.2063636363636361</c:v>
                </c:pt>
                <c:pt idx="137">
                  <c:v>1.8139999999999996</c:v>
                </c:pt>
                <c:pt idx="138">
                  <c:v>1.8350000000000002</c:v>
                </c:pt>
                <c:pt idx="139">
                  <c:v>1.5713636363636363</c:v>
                </c:pt>
                <c:pt idx="140">
                  <c:v>1.6480000000000001</c:v>
                </c:pt>
                <c:pt idx="141">
                  <c:v>1.5513636363636367</c:v>
                </c:pt>
                <c:pt idx="142">
                  <c:v>1.6126315789473686</c:v>
                </c:pt>
                <c:pt idx="143">
                  <c:v>1.6133333333333331</c:v>
                </c:pt>
                <c:pt idx="144">
                  <c:v>1.5190476190476194</c:v>
                </c:pt>
                <c:pt idx="145">
                  <c:v>1.3310526315789473</c:v>
                </c:pt>
                <c:pt idx="146">
                  <c:v>0.44818181818181829</c:v>
                </c:pt>
                <c:pt idx="147">
                  <c:v>0.22476190476190488</c:v>
                </c:pt>
                <c:pt idx="148">
                  <c:v>0.17049999999999998</c:v>
                </c:pt>
                <c:pt idx="149">
                  <c:v>0.18499999999999997</c:v>
                </c:pt>
                <c:pt idx="150">
                  <c:v>0.14818181818181822</c:v>
                </c:pt>
                <c:pt idx="151">
                  <c:v>0.13952380952380958</c:v>
                </c:pt>
                <c:pt idx="152">
                  <c:v>0.13476190476190478</c:v>
                </c:pt>
                <c:pt idx="153">
                  <c:v>0.14952380952380956</c:v>
                </c:pt>
                <c:pt idx="154">
                  <c:v>0.16578947368421054</c:v>
                </c:pt>
                <c:pt idx="155">
                  <c:v>0.1359090909090909</c:v>
                </c:pt>
                <c:pt idx="156">
                  <c:v>0.13105263157894737</c:v>
                </c:pt>
                <c:pt idx="157">
                  <c:v>0.11526315789473686</c:v>
                </c:pt>
                <c:pt idx="158">
                  <c:v>0.14695652173913046</c:v>
                </c:pt>
                <c:pt idx="159">
                  <c:v>0.16318181818181821</c:v>
                </c:pt>
                <c:pt idx="160">
                  <c:v>0.15499999999999997</c:v>
                </c:pt>
                <c:pt idx="161">
                  <c:v>0.20272727272727276</c:v>
                </c:pt>
                <c:pt idx="162">
                  <c:v>0.21952380952380959</c:v>
                </c:pt>
                <c:pt idx="163">
                  <c:v>0.21727272727272728</c:v>
                </c:pt>
                <c:pt idx="164">
                  <c:v>0.24095238095238095</c:v>
                </c:pt>
                <c:pt idx="165">
                  <c:v>0.39250000000000007</c:v>
                </c:pt>
                <c:pt idx="166">
                  <c:v>0.5079999999999999</c:v>
                </c:pt>
                <c:pt idx="167">
                  <c:v>0.67999999999999983</c:v>
                </c:pt>
                <c:pt idx="168">
                  <c:v>0.98049999999999993</c:v>
                </c:pt>
                <c:pt idx="169">
                  <c:v>1.4352631578947366</c:v>
                </c:pt>
                <c:pt idx="170">
                  <c:v>1.9095652173913045</c:v>
                </c:pt>
                <c:pt idx="171">
                  <c:v>2.5380000000000003</c:v>
                </c:pt>
                <c:pt idx="172">
                  <c:v>2.6166666666666667</c:v>
                </c:pt>
                <c:pt idx="173">
                  <c:v>2.9980952380952384</c:v>
                </c:pt>
                <c:pt idx="174">
                  <c:v>3.036</c:v>
                </c:pt>
                <c:pt idx="175">
                  <c:v>3.25</c:v>
                </c:pt>
                <c:pt idx="176">
                  <c:v>3.8566666666666656</c:v>
                </c:pt>
                <c:pt idx="177">
                  <c:v>4.375</c:v>
                </c:pt>
                <c:pt idx="178">
                  <c:v>4.5034999999999989</c:v>
                </c:pt>
                <c:pt idx="179">
                  <c:v>4.2885714285714283</c:v>
                </c:pt>
                <c:pt idx="180">
                  <c:v>4.2074999999999996</c:v>
                </c:pt>
                <c:pt idx="181">
                  <c:v>4.5336842105263155</c:v>
                </c:pt>
                <c:pt idx="182">
                  <c:v>4.3026086956521743</c:v>
                </c:pt>
                <c:pt idx="183">
                  <c:v>4.016</c:v>
                </c:pt>
                <c:pt idx="184">
                  <c:v>4.1318181818181827</c:v>
                </c:pt>
                <c:pt idx="185">
                  <c:v>4.6395238095238094</c:v>
                </c:pt>
                <c:pt idx="186">
                  <c:v>4.8285</c:v>
                </c:pt>
                <c:pt idx="187">
                  <c:v>4.901739130434783</c:v>
                </c:pt>
                <c:pt idx="188">
                  <c:v>5.0220000000000002</c:v>
                </c:pt>
                <c:pt idx="189">
                  <c:v>5.067619047619047</c:v>
                </c:pt>
                <c:pt idx="190">
                  <c:v>4.8823809523809523</c:v>
                </c:pt>
                <c:pt idx="191">
                  <c:v>4.4570000000000007</c:v>
                </c:pt>
                <c:pt idx="192">
                  <c:v>4.322857142857143</c:v>
                </c:pt>
                <c:pt idx="193">
                  <c:v>4.5440000000000005</c:v>
                </c:pt>
                <c:pt idx="194">
                  <c:v>4.588000000000001</c:v>
                </c:pt>
                <c:pt idx="195">
                  <c:v>4.8731818181818181</c:v>
                </c:pt>
                <c:pt idx="196">
                  <c:v>4.8563636363636355</c:v>
                </c:pt>
                <c:pt idx="197">
                  <c:v>4.7368421052631575</c:v>
                </c:pt>
                <c:pt idx="198">
                  <c:v>4.4959090909090911</c:v>
                </c:pt>
                <c:pt idx="199">
                  <c:v>3.9654545454545458</c:v>
                </c:pt>
                <c:pt idx="200">
                  <c:v>3.6224999999999996</c:v>
                </c:pt>
                <c:pt idx="201">
                  <c:v>3.9722727272727281</c:v>
                </c:pt>
                <c:pt idx="202">
                  <c:v>4.2573684210526315</c:v>
                </c:pt>
                <c:pt idx="203">
                  <c:v>4.2257142857142851</c:v>
                </c:pt>
                <c:pt idx="204">
                  <c:v>4.2719047619047608</c:v>
                </c:pt>
                <c:pt idx="205">
                  <c:v>4.21</c:v>
                </c:pt>
                <c:pt idx="206">
                  <c:v>3.97</c:v>
                </c:pt>
                <c:pt idx="207">
                  <c:v>3.7776190476190474</c:v>
                </c:pt>
                <c:pt idx="208">
                  <c:v>3.9199999999999995</c:v>
                </c:pt>
                <c:pt idx="209">
                  <c:v>3.8890000000000002</c:v>
                </c:pt>
                <c:pt idx="210">
                  <c:v>3.8822727272727273</c:v>
                </c:pt>
                <c:pt idx="211">
                  <c:v>3.7038095238095243</c:v>
                </c:pt>
                <c:pt idx="212">
                  <c:v>3.5685714285714276</c:v>
                </c:pt>
                <c:pt idx="213">
                  <c:v>3.5111111111111111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F07-4FA6-89FB-A39F7F2F58AB}"/>
            </c:ext>
          </c:extLst>
        </c:ser>
        <c:ser>
          <c:idx val="9"/>
          <c:order val="9"/>
          <c:tx>
            <c:strRef>
              <c:f>Лист4!$A$12</c:f>
              <c:strCache>
                <c:ptCount val="1"/>
                <c:pt idx="0">
                  <c:v>UST 30Y Yield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Лист4!$B$2:$HG$2</c:f>
              <c:numCache>
                <c:formatCode>General</c:formatCode>
                <c:ptCount val="214"/>
                <c:pt idx="0">
                  <c:v>2008</c:v>
                </c:pt>
                <c:pt idx="1">
                  <c:v>2008</c:v>
                </c:pt>
                <c:pt idx="2">
                  <c:v>2008</c:v>
                </c:pt>
                <c:pt idx="3">
                  <c:v>2008</c:v>
                </c:pt>
                <c:pt idx="4">
                  <c:v>2008</c:v>
                </c:pt>
                <c:pt idx="5">
                  <c:v>2008</c:v>
                </c:pt>
                <c:pt idx="6">
                  <c:v>2008</c:v>
                </c:pt>
                <c:pt idx="7">
                  <c:v>2008</c:v>
                </c:pt>
                <c:pt idx="8">
                  <c:v>2008</c:v>
                </c:pt>
                <c:pt idx="9">
                  <c:v>2008</c:v>
                </c:pt>
                <c:pt idx="10">
                  <c:v>2008</c:v>
                </c:pt>
                <c:pt idx="11">
                  <c:v>2008</c:v>
                </c:pt>
                <c:pt idx="12">
                  <c:v>2009</c:v>
                </c:pt>
                <c:pt idx="13">
                  <c:v>2009</c:v>
                </c:pt>
                <c:pt idx="14">
                  <c:v>2009</c:v>
                </c:pt>
                <c:pt idx="15">
                  <c:v>2009</c:v>
                </c:pt>
                <c:pt idx="16">
                  <c:v>2009</c:v>
                </c:pt>
                <c:pt idx="17">
                  <c:v>2009</c:v>
                </c:pt>
                <c:pt idx="18">
                  <c:v>2009</c:v>
                </c:pt>
                <c:pt idx="19">
                  <c:v>2009</c:v>
                </c:pt>
                <c:pt idx="20">
                  <c:v>2009</c:v>
                </c:pt>
                <c:pt idx="21">
                  <c:v>2009</c:v>
                </c:pt>
                <c:pt idx="22">
                  <c:v>2009</c:v>
                </c:pt>
                <c:pt idx="23">
                  <c:v>2009</c:v>
                </c:pt>
                <c:pt idx="24">
                  <c:v>2010</c:v>
                </c:pt>
                <c:pt idx="25">
                  <c:v>2010</c:v>
                </c:pt>
                <c:pt idx="26">
                  <c:v>2010</c:v>
                </c:pt>
                <c:pt idx="27">
                  <c:v>2010</c:v>
                </c:pt>
                <c:pt idx="28">
                  <c:v>2010</c:v>
                </c:pt>
                <c:pt idx="29">
                  <c:v>2010</c:v>
                </c:pt>
                <c:pt idx="30">
                  <c:v>2010</c:v>
                </c:pt>
                <c:pt idx="31">
                  <c:v>2010</c:v>
                </c:pt>
                <c:pt idx="32">
                  <c:v>2010</c:v>
                </c:pt>
                <c:pt idx="33">
                  <c:v>2010</c:v>
                </c:pt>
                <c:pt idx="34">
                  <c:v>2010</c:v>
                </c:pt>
                <c:pt idx="35">
                  <c:v>2010</c:v>
                </c:pt>
                <c:pt idx="36">
                  <c:v>2011</c:v>
                </c:pt>
                <c:pt idx="37">
                  <c:v>2011</c:v>
                </c:pt>
                <c:pt idx="38">
                  <c:v>2011</c:v>
                </c:pt>
                <c:pt idx="39">
                  <c:v>2011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2011</c:v>
                </c:pt>
                <c:pt idx="45">
                  <c:v>2011</c:v>
                </c:pt>
                <c:pt idx="46">
                  <c:v>2011</c:v>
                </c:pt>
                <c:pt idx="47">
                  <c:v>2011</c:v>
                </c:pt>
                <c:pt idx="48">
                  <c:v>2012</c:v>
                </c:pt>
                <c:pt idx="49">
                  <c:v>2012</c:v>
                </c:pt>
                <c:pt idx="50">
                  <c:v>2012</c:v>
                </c:pt>
                <c:pt idx="51">
                  <c:v>2012</c:v>
                </c:pt>
                <c:pt idx="52">
                  <c:v>2012</c:v>
                </c:pt>
                <c:pt idx="53">
                  <c:v>2012</c:v>
                </c:pt>
                <c:pt idx="54">
                  <c:v>2012</c:v>
                </c:pt>
                <c:pt idx="55">
                  <c:v>2012</c:v>
                </c:pt>
                <c:pt idx="56">
                  <c:v>2012</c:v>
                </c:pt>
                <c:pt idx="57">
                  <c:v>2012</c:v>
                </c:pt>
                <c:pt idx="58">
                  <c:v>2012</c:v>
                </c:pt>
                <c:pt idx="59">
                  <c:v>2012</c:v>
                </c:pt>
                <c:pt idx="60">
                  <c:v>2013</c:v>
                </c:pt>
                <c:pt idx="61">
                  <c:v>2013</c:v>
                </c:pt>
                <c:pt idx="62">
                  <c:v>2013</c:v>
                </c:pt>
                <c:pt idx="63">
                  <c:v>2013</c:v>
                </c:pt>
                <c:pt idx="64">
                  <c:v>2013</c:v>
                </c:pt>
                <c:pt idx="65">
                  <c:v>2013</c:v>
                </c:pt>
                <c:pt idx="66">
                  <c:v>2013</c:v>
                </c:pt>
                <c:pt idx="67">
                  <c:v>2013</c:v>
                </c:pt>
                <c:pt idx="68">
                  <c:v>2013</c:v>
                </c:pt>
                <c:pt idx="69">
                  <c:v>2013</c:v>
                </c:pt>
                <c:pt idx="70">
                  <c:v>2013</c:v>
                </c:pt>
                <c:pt idx="71">
                  <c:v>2013</c:v>
                </c:pt>
                <c:pt idx="72">
                  <c:v>2014</c:v>
                </c:pt>
                <c:pt idx="73">
                  <c:v>2014</c:v>
                </c:pt>
                <c:pt idx="74">
                  <c:v>2014</c:v>
                </c:pt>
                <c:pt idx="75">
                  <c:v>2014</c:v>
                </c:pt>
                <c:pt idx="76">
                  <c:v>2014</c:v>
                </c:pt>
                <c:pt idx="77">
                  <c:v>2014</c:v>
                </c:pt>
                <c:pt idx="78">
                  <c:v>2014</c:v>
                </c:pt>
                <c:pt idx="79">
                  <c:v>2014</c:v>
                </c:pt>
                <c:pt idx="80">
                  <c:v>2014</c:v>
                </c:pt>
                <c:pt idx="81">
                  <c:v>2014</c:v>
                </c:pt>
                <c:pt idx="82">
                  <c:v>2014</c:v>
                </c:pt>
                <c:pt idx="83">
                  <c:v>2014</c:v>
                </c:pt>
                <c:pt idx="84">
                  <c:v>2015</c:v>
                </c:pt>
                <c:pt idx="85">
                  <c:v>2015</c:v>
                </c:pt>
                <c:pt idx="86">
                  <c:v>2015</c:v>
                </c:pt>
                <c:pt idx="87">
                  <c:v>2015</c:v>
                </c:pt>
                <c:pt idx="88">
                  <c:v>2015</c:v>
                </c:pt>
                <c:pt idx="89">
                  <c:v>2015</c:v>
                </c:pt>
                <c:pt idx="90">
                  <c:v>2015</c:v>
                </c:pt>
                <c:pt idx="91">
                  <c:v>2015</c:v>
                </c:pt>
                <c:pt idx="92">
                  <c:v>2015</c:v>
                </c:pt>
                <c:pt idx="93">
                  <c:v>2015</c:v>
                </c:pt>
                <c:pt idx="94">
                  <c:v>2015</c:v>
                </c:pt>
                <c:pt idx="95">
                  <c:v>2015</c:v>
                </c:pt>
                <c:pt idx="96">
                  <c:v>2016</c:v>
                </c:pt>
                <c:pt idx="97">
                  <c:v>2016</c:v>
                </c:pt>
                <c:pt idx="98">
                  <c:v>2016</c:v>
                </c:pt>
                <c:pt idx="99">
                  <c:v>2016</c:v>
                </c:pt>
                <c:pt idx="100">
                  <c:v>2016</c:v>
                </c:pt>
                <c:pt idx="101">
                  <c:v>2016</c:v>
                </c:pt>
                <c:pt idx="102">
                  <c:v>2016</c:v>
                </c:pt>
                <c:pt idx="103">
                  <c:v>2016</c:v>
                </c:pt>
                <c:pt idx="104">
                  <c:v>2016</c:v>
                </c:pt>
                <c:pt idx="105">
                  <c:v>2016</c:v>
                </c:pt>
                <c:pt idx="106">
                  <c:v>2016</c:v>
                </c:pt>
                <c:pt idx="107">
                  <c:v>2016</c:v>
                </c:pt>
                <c:pt idx="108">
                  <c:v>2017</c:v>
                </c:pt>
                <c:pt idx="109">
                  <c:v>2017</c:v>
                </c:pt>
                <c:pt idx="110">
                  <c:v>2017</c:v>
                </c:pt>
                <c:pt idx="111">
                  <c:v>2017</c:v>
                </c:pt>
                <c:pt idx="112">
                  <c:v>2017</c:v>
                </c:pt>
                <c:pt idx="113">
                  <c:v>2017</c:v>
                </c:pt>
                <c:pt idx="114">
                  <c:v>2017</c:v>
                </c:pt>
                <c:pt idx="115">
                  <c:v>2017</c:v>
                </c:pt>
                <c:pt idx="116">
                  <c:v>2017</c:v>
                </c:pt>
                <c:pt idx="117">
                  <c:v>2017</c:v>
                </c:pt>
                <c:pt idx="118">
                  <c:v>2017</c:v>
                </c:pt>
                <c:pt idx="119">
                  <c:v>2017</c:v>
                </c:pt>
                <c:pt idx="120">
                  <c:v>2018</c:v>
                </c:pt>
                <c:pt idx="121">
                  <c:v>2018</c:v>
                </c:pt>
                <c:pt idx="122">
                  <c:v>2018</c:v>
                </c:pt>
                <c:pt idx="123">
                  <c:v>2018</c:v>
                </c:pt>
                <c:pt idx="124">
                  <c:v>2018</c:v>
                </c:pt>
                <c:pt idx="125">
                  <c:v>2018</c:v>
                </c:pt>
                <c:pt idx="126">
                  <c:v>2018</c:v>
                </c:pt>
                <c:pt idx="127">
                  <c:v>2018</c:v>
                </c:pt>
                <c:pt idx="128">
                  <c:v>2018</c:v>
                </c:pt>
                <c:pt idx="129">
                  <c:v>2018</c:v>
                </c:pt>
                <c:pt idx="130">
                  <c:v>2018</c:v>
                </c:pt>
                <c:pt idx="131">
                  <c:v>2018</c:v>
                </c:pt>
                <c:pt idx="132">
                  <c:v>2019</c:v>
                </c:pt>
                <c:pt idx="133">
                  <c:v>2019</c:v>
                </c:pt>
                <c:pt idx="134">
                  <c:v>2019</c:v>
                </c:pt>
                <c:pt idx="135">
                  <c:v>2019</c:v>
                </c:pt>
                <c:pt idx="136">
                  <c:v>2019</c:v>
                </c:pt>
                <c:pt idx="137">
                  <c:v>2019</c:v>
                </c:pt>
                <c:pt idx="138">
                  <c:v>2019</c:v>
                </c:pt>
                <c:pt idx="139">
                  <c:v>2019</c:v>
                </c:pt>
                <c:pt idx="140">
                  <c:v>2019</c:v>
                </c:pt>
                <c:pt idx="141">
                  <c:v>2019</c:v>
                </c:pt>
                <c:pt idx="142">
                  <c:v>2019</c:v>
                </c:pt>
                <c:pt idx="143">
                  <c:v>2019</c:v>
                </c:pt>
                <c:pt idx="144">
                  <c:v>2020</c:v>
                </c:pt>
                <c:pt idx="145">
                  <c:v>2020</c:v>
                </c:pt>
                <c:pt idx="146">
                  <c:v>2020</c:v>
                </c:pt>
                <c:pt idx="147">
                  <c:v>2020</c:v>
                </c:pt>
                <c:pt idx="148">
                  <c:v>2020</c:v>
                </c:pt>
                <c:pt idx="149">
                  <c:v>2020</c:v>
                </c:pt>
                <c:pt idx="150">
                  <c:v>2020</c:v>
                </c:pt>
                <c:pt idx="151">
                  <c:v>2020</c:v>
                </c:pt>
                <c:pt idx="152">
                  <c:v>2020</c:v>
                </c:pt>
                <c:pt idx="153">
                  <c:v>2020</c:v>
                </c:pt>
                <c:pt idx="154">
                  <c:v>2020</c:v>
                </c:pt>
                <c:pt idx="155">
                  <c:v>2020</c:v>
                </c:pt>
                <c:pt idx="156">
                  <c:v>2021</c:v>
                </c:pt>
                <c:pt idx="157">
                  <c:v>2021</c:v>
                </c:pt>
                <c:pt idx="158">
                  <c:v>2021</c:v>
                </c:pt>
                <c:pt idx="159">
                  <c:v>2021</c:v>
                </c:pt>
                <c:pt idx="160">
                  <c:v>2021</c:v>
                </c:pt>
                <c:pt idx="161">
                  <c:v>2021</c:v>
                </c:pt>
                <c:pt idx="162">
                  <c:v>2021</c:v>
                </c:pt>
                <c:pt idx="163">
                  <c:v>2021</c:v>
                </c:pt>
                <c:pt idx="164">
                  <c:v>2021</c:v>
                </c:pt>
                <c:pt idx="165">
                  <c:v>2021</c:v>
                </c:pt>
                <c:pt idx="166">
                  <c:v>2021</c:v>
                </c:pt>
                <c:pt idx="167">
                  <c:v>2021</c:v>
                </c:pt>
                <c:pt idx="168">
                  <c:v>2022</c:v>
                </c:pt>
                <c:pt idx="169">
                  <c:v>2022</c:v>
                </c:pt>
                <c:pt idx="170">
                  <c:v>2022</c:v>
                </c:pt>
                <c:pt idx="171">
                  <c:v>2022</c:v>
                </c:pt>
                <c:pt idx="172">
                  <c:v>2022</c:v>
                </c:pt>
                <c:pt idx="173">
                  <c:v>2022</c:v>
                </c:pt>
                <c:pt idx="174">
                  <c:v>2022</c:v>
                </c:pt>
                <c:pt idx="175">
                  <c:v>2022</c:v>
                </c:pt>
                <c:pt idx="176">
                  <c:v>2022</c:v>
                </c:pt>
                <c:pt idx="177">
                  <c:v>2022</c:v>
                </c:pt>
                <c:pt idx="178">
                  <c:v>2022</c:v>
                </c:pt>
                <c:pt idx="179">
                  <c:v>2022</c:v>
                </c:pt>
                <c:pt idx="180">
                  <c:v>2023</c:v>
                </c:pt>
                <c:pt idx="181">
                  <c:v>2023</c:v>
                </c:pt>
                <c:pt idx="182">
                  <c:v>2023</c:v>
                </c:pt>
                <c:pt idx="183">
                  <c:v>2023</c:v>
                </c:pt>
                <c:pt idx="184">
                  <c:v>2023</c:v>
                </c:pt>
                <c:pt idx="185">
                  <c:v>2023</c:v>
                </c:pt>
                <c:pt idx="186">
                  <c:v>2023</c:v>
                </c:pt>
                <c:pt idx="187">
                  <c:v>2023</c:v>
                </c:pt>
                <c:pt idx="188">
                  <c:v>2023</c:v>
                </c:pt>
                <c:pt idx="189">
                  <c:v>2023</c:v>
                </c:pt>
                <c:pt idx="190">
                  <c:v>2023</c:v>
                </c:pt>
                <c:pt idx="191">
                  <c:v>2023</c:v>
                </c:pt>
                <c:pt idx="192">
                  <c:v>2024</c:v>
                </c:pt>
                <c:pt idx="193">
                  <c:v>2024</c:v>
                </c:pt>
                <c:pt idx="194">
                  <c:v>2024</c:v>
                </c:pt>
                <c:pt idx="195">
                  <c:v>2024</c:v>
                </c:pt>
                <c:pt idx="196">
                  <c:v>2024</c:v>
                </c:pt>
                <c:pt idx="197">
                  <c:v>2024</c:v>
                </c:pt>
                <c:pt idx="198">
                  <c:v>2024</c:v>
                </c:pt>
                <c:pt idx="199">
                  <c:v>2024</c:v>
                </c:pt>
                <c:pt idx="200">
                  <c:v>2024</c:v>
                </c:pt>
                <c:pt idx="201">
                  <c:v>2024</c:v>
                </c:pt>
                <c:pt idx="202">
                  <c:v>2024</c:v>
                </c:pt>
                <c:pt idx="203">
                  <c:v>2024</c:v>
                </c:pt>
                <c:pt idx="204">
                  <c:v>2025</c:v>
                </c:pt>
                <c:pt idx="205">
                  <c:v>2025</c:v>
                </c:pt>
                <c:pt idx="206">
                  <c:v>2025</c:v>
                </c:pt>
                <c:pt idx="207">
                  <c:v>2025</c:v>
                </c:pt>
                <c:pt idx="208">
                  <c:v>2025</c:v>
                </c:pt>
                <c:pt idx="209">
                  <c:v>2025</c:v>
                </c:pt>
                <c:pt idx="210">
                  <c:v>2025</c:v>
                </c:pt>
                <c:pt idx="211">
                  <c:v>2025</c:v>
                </c:pt>
                <c:pt idx="212">
                  <c:v>2025</c:v>
                </c:pt>
                <c:pt idx="213">
                  <c:v>2025</c:v>
                </c:pt>
              </c:numCache>
            </c:numRef>
          </c:cat>
          <c:val>
            <c:numRef>
              <c:f>Лист4!$B$12:$HG$12</c:f>
              <c:numCache>
                <c:formatCode>_-* #\ ##0\ _₽_-;\-* #\ ##0\ _₽_-;_-* "-"??\ _₽_-;_-@_-</c:formatCode>
                <c:ptCount val="214"/>
                <c:pt idx="0">
                  <c:v>4.3304761904761904</c:v>
                </c:pt>
                <c:pt idx="1">
                  <c:v>4.5169999999999995</c:v>
                </c:pt>
                <c:pt idx="2">
                  <c:v>4.3929999999999989</c:v>
                </c:pt>
                <c:pt idx="3">
                  <c:v>4.4431818181818166</c:v>
                </c:pt>
                <c:pt idx="4">
                  <c:v>4.5961904761904764</c:v>
                </c:pt>
                <c:pt idx="5">
                  <c:v>4.6890476190476198</c:v>
                </c:pt>
                <c:pt idx="6">
                  <c:v>4.5709090909090913</c:v>
                </c:pt>
                <c:pt idx="7">
                  <c:v>4.5019047619047612</c:v>
                </c:pt>
                <c:pt idx="8">
                  <c:v>4.269047619047619</c:v>
                </c:pt>
                <c:pt idx="9">
                  <c:v>4.1731818181818179</c:v>
                </c:pt>
                <c:pt idx="10">
                  <c:v>4.004444444444446</c:v>
                </c:pt>
                <c:pt idx="11">
                  <c:v>2.87</c:v>
                </c:pt>
                <c:pt idx="12">
                  <c:v>3.1279999999999997</c:v>
                </c:pt>
                <c:pt idx="13">
                  <c:v>3.5868421052631576</c:v>
                </c:pt>
                <c:pt idx="14">
                  <c:v>3.6431818181818176</c:v>
                </c:pt>
                <c:pt idx="15">
                  <c:v>3.76</c:v>
                </c:pt>
                <c:pt idx="16">
                  <c:v>4.2270000000000012</c:v>
                </c:pt>
                <c:pt idx="17">
                  <c:v>4.5163636363636357</c:v>
                </c:pt>
                <c:pt idx="18">
                  <c:v>4.4068181818181822</c:v>
                </c:pt>
                <c:pt idx="19">
                  <c:v>4.3709523809523807</c:v>
                </c:pt>
                <c:pt idx="20">
                  <c:v>4.1857142857142859</c:v>
                </c:pt>
                <c:pt idx="21">
                  <c:v>4.1885714285714295</c:v>
                </c:pt>
                <c:pt idx="22">
                  <c:v>4.3147368421052628</c:v>
                </c:pt>
                <c:pt idx="23">
                  <c:v>4.4940909090909082</c:v>
                </c:pt>
                <c:pt idx="24">
                  <c:v>4.6047368421052628</c:v>
                </c:pt>
                <c:pt idx="25">
                  <c:v>4.6194736842105257</c:v>
                </c:pt>
                <c:pt idx="26">
                  <c:v>4.6447826086956514</c:v>
                </c:pt>
                <c:pt idx="27">
                  <c:v>4.6931818181818192</c:v>
                </c:pt>
                <c:pt idx="28">
                  <c:v>4.2859999999999996</c:v>
                </c:pt>
                <c:pt idx="29">
                  <c:v>4.127727272727272</c:v>
                </c:pt>
                <c:pt idx="30">
                  <c:v>3.9942857142857142</c:v>
                </c:pt>
                <c:pt idx="31">
                  <c:v>3.8031818181818178</c:v>
                </c:pt>
                <c:pt idx="32">
                  <c:v>3.773333333333333</c:v>
                </c:pt>
                <c:pt idx="33">
                  <c:v>3.8724999999999996</c:v>
                </c:pt>
                <c:pt idx="34">
                  <c:v>4.1859999999999999</c:v>
                </c:pt>
                <c:pt idx="35">
                  <c:v>4.4177272727272729</c:v>
                </c:pt>
                <c:pt idx="36">
                  <c:v>4.5230000000000015</c:v>
                </c:pt>
                <c:pt idx="37">
                  <c:v>4.6521052631578952</c:v>
                </c:pt>
                <c:pt idx="38">
                  <c:v>4.5139130434782615</c:v>
                </c:pt>
                <c:pt idx="39">
                  <c:v>4.5015000000000001</c:v>
                </c:pt>
                <c:pt idx="40">
                  <c:v>4.293333333333333</c:v>
                </c:pt>
                <c:pt idx="41">
                  <c:v>4.2327272727272724</c:v>
                </c:pt>
                <c:pt idx="42">
                  <c:v>4.2705000000000002</c:v>
                </c:pt>
                <c:pt idx="43">
                  <c:v>3.6513043478260867</c:v>
                </c:pt>
                <c:pt idx="44">
                  <c:v>3.182380952380953</c:v>
                </c:pt>
                <c:pt idx="45">
                  <c:v>3.1280000000000001</c:v>
                </c:pt>
                <c:pt idx="46">
                  <c:v>3.0155000000000003</c:v>
                </c:pt>
                <c:pt idx="47">
                  <c:v>2.9823809523809524</c:v>
                </c:pt>
                <c:pt idx="48">
                  <c:v>3.0259999999999998</c:v>
                </c:pt>
                <c:pt idx="49">
                  <c:v>3.109</c:v>
                </c:pt>
                <c:pt idx="50">
                  <c:v>3.2813636363636358</c:v>
                </c:pt>
                <c:pt idx="51">
                  <c:v>3.1842857142857137</c:v>
                </c:pt>
                <c:pt idx="52">
                  <c:v>2.9309090909090911</c:v>
                </c:pt>
                <c:pt idx="53">
                  <c:v>2.6980952380952381</c:v>
                </c:pt>
                <c:pt idx="54">
                  <c:v>2.5900000000000003</c:v>
                </c:pt>
                <c:pt idx="55">
                  <c:v>2.7708695652173914</c:v>
                </c:pt>
                <c:pt idx="56">
                  <c:v>2.8815789473684212</c:v>
                </c:pt>
                <c:pt idx="57">
                  <c:v>2.9004761904761902</c:v>
                </c:pt>
                <c:pt idx="58">
                  <c:v>2.8034999999999997</c:v>
                </c:pt>
                <c:pt idx="59">
                  <c:v>2.8835000000000002</c:v>
                </c:pt>
                <c:pt idx="60">
                  <c:v>3.0804761904761913</c:v>
                </c:pt>
                <c:pt idx="61">
                  <c:v>3.1652631578947368</c:v>
                </c:pt>
                <c:pt idx="62">
                  <c:v>3.1625000000000005</c:v>
                </c:pt>
                <c:pt idx="63">
                  <c:v>2.9327272727272726</c:v>
                </c:pt>
                <c:pt idx="64">
                  <c:v>3.1127272727272728</c:v>
                </c:pt>
                <c:pt idx="65">
                  <c:v>3.4000000000000008</c:v>
                </c:pt>
                <c:pt idx="66">
                  <c:v>3.605</c:v>
                </c:pt>
                <c:pt idx="67">
                  <c:v>3.7577272727272728</c:v>
                </c:pt>
                <c:pt idx="68">
                  <c:v>3.7870000000000004</c:v>
                </c:pt>
                <c:pt idx="69">
                  <c:v>3.6759090909090903</c:v>
                </c:pt>
                <c:pt idx="70">
                  <c:v>3.7999999999999985</c:v>
                </c:pt>
                <c:pt idx="71">
                  <c:v>3.8890476190476191</c:v>
                </c:pt>
                <c:pt idx="72">
                  <c:v>3.7690476190476199</c:v>
                </c:pt>
                <c:pt idx="73">
                  <c:v>3.6626315789473685</c:v>
                </c:pt>
                <c:pt idx="74">
                  <c:v>3.6209523809523807</c:v>
                </c:pt>
                <c:pt idx="75">
                  <c:v>3.5176190476190476</c:v>
                </c:pt>
                <c:pt idx="76">
                  <c:v>3.3899999999999997</c:v>
                </c:pt>
                <c:pt idx="77">
                  <c:v>3.4199999999999995</c:v>
                </c:pt>
                <c:pt idx="78">
                  <c:v>3.3318181818181816</c:v>
                </c:pt>
                <c:pt idx="79">
                  <c:v>3.2009523809523808</c:v>
                </c:pt>
                <c:pt idx="80">
                  <c:v>3.26</c:v>
                </c:pt>
                <c:pt idx="81">
                  <c:v>3.0399999999999991</c:v>
                </c:pt>
                <c:pt idx="82">
                  <c:v>3.0383333333333331</c:v>
                </c:pt>
                <c:pt idx="83">
                  <c:v>2.8331818181818185</c:v>
                </c:pt>
                <c:pt idx="84">
                  <c:v>2.4550000000000001</c:v>
                </c:pt>
                <c:pt idx="85">
                  <c:v>2.5663157894736841</c:v>
                </c:pt>
                <c:pt idx="86">
                  <c:v>2.626363636363636</c:v>
                </c:pt>
                <c:pt idx="87">
                  <c:v>2.5859090909090905</c:v>
                </c:pt>
                <c:pt idx="88">
                  <c:v>2.9550000000000005</c:v>
                </c:pt>
                <c:pt idx="89">
                  <c:v>3.1118181818181814</c:v>
                </c:pt>
                <c:pt idx="90">
                  <c:v>3.066363636363636</c:v>
                </c:pt>
                <c:pt idx="91">
                  <c:v>2.8557142857142854</c:v>
                </c:pt>
                <c:pt idx="92">
                  <c:v>2.9528571428571433</c:v>
                </c:pt>
                <c:pt idx="93">
                  <c:v>2.8880952380952376</c:v>
                </c:pt>
                <c:pt idx="94">
                  <c:v>3.03</c:v>
                </c:pt>
                <c:pt idx="95">
                  <c:v>2.97</c:v>
                </c:pt>
                <c:pt idx="96">
                  <c:v>2.8584210526315785</c:v>
                </c:pt>
                <c:pt idx="97">
                  <c:v>2.6230000000000002</c:v>
                </c:pt>
                <c:pt idx="98">
                  <c:v>2.6845454545454546</c:v>
                </c:pt>
                <c:pt idx="99">
                  <c:v>2.6233333333333335</c:v>
                </c:pt>
                <c:pt idx="100">
                  <c:v>2.627619047619048</c:v>
                </c:pt>
                <c:pt idx="101">
                  <c:v>2.4522727272727272</c:v>
                </c:pt>
                <c:pt idx="102">
                  <c:v>2.2269999999999999</c:v>
                </c:pt>
                <c:pt idx="103">
                  <c:v>2.2617391304347829</c:v>
                </c:pt>
                <c:pt idx="104">
                  <c:v>2.3504761904761908</c:v>
                </c:pt>
                <c:pt idx="105">
                  <c:v>2.5004999999999997</c:v>
                </c:pt>
                <c:pt idx="106">
                  <c:v>2.8620000000000005</c:v>
                </c:pt>
                <c:pt idx="107">
                  <c:v>3.1133333333333324</c:v>
                </c:pt>
                <c:pt idx="108">
                  <c:v>3.0189999999999997</c:v>
                </c:pt>
                <c:pt idx="109">
                  <c:v>3.0321052631578946</c:v>
                </c:pt>
                <c:pt idx="110">
                  <c:v>3.0813043478260873</c:v>
                </c:pt>
                <c:pt idx="111">
                  <c:v>2.9415789473684213</c:v>
                </c:pt>
                <c:pt idx="112">
                  <c:v>2.9590909090909094</c:v>
                </c:pt>
                <c:pt idx="113">
                  <c:v>2.7963636363636368</c:v>
                </c:pt>
                <c:pt idx="114">
                  <c:v>2.8839999999999999</c:v>
                </c:pt>
                <c:pt idx="115">
                  <c:v>2.7952173913043481</c:v>
                </c:pt>
                <c:pt idx="116">
                  <c:v>2.7764999999999995</c:v>
                </c:pt>
                <c:pt idx="117">
                  <c:v>2.8780952380952383</c:v>
                </c:pt>
                <c:pt idx="118">
                  <c:v>2.8019047619047619</c:v>
                </c:pt>
                <c:pt idx="119">
                  <c:v>2.7679999999999998</c:v>
                </c:pt>
                <c:pt idx="120">
                  <c:v>2.8776190476190475</c:v>
                </c:pt>
                <c:pt idx="121">
                  <c:v>3.1310526315789478</c:v>
                </c:pt>
                <c:pt idx="122">
                  <c:v>3.0914285714285716</c:v>
                </c:pt>
                <c:pt idx="123">
                  <c:v>3.0719047619047624</c:v>
                </c:pt>
                <c:pt idx="124">
                  <c:v>3.1318181818181827</c:v>
                </c:pt>
                <c:pt idx="125">
                  <c:v>3.0500000000000007</c:v>
                </c:pt>
                <c:pt idx="126">
                  <c:v>3.0066666666666668</c:v>
                </c:pt>
                <c:pt idx="127">
                  <c:v>3.0417391304347832</c:v>
                </c:pt>
                <c:pt idx="128">
                  <c:v>3.1510526315789469</c:v>
                </c:pt>
                <c:pt idx="129">
                  <c:v>3.3395454545454553</c:v>
                </c:pt>
                <c:pt idx="130">
                  <c:v>3.3609999999999998</c:v>
                </c:pt>
                <c:pt idx="131">
                  <c:v>3.0957894736842104</c:v>
                </c:pt>
                <c:pt idx="132">
                  <c:v>3.0352380952380957</c:v>
                </c:pt>
                <c:pt idx="133">
                  <c:v>3.0236842105263158</c:v>
                </c:pt>
                <c:pt idx="134">
                  <c:v>2.9776190476190476</c:v>
                </c:pt>
                <c:pt idx="135">
                  <c:v>2.9404761904761907</c:v>
                </c:pt>
                <c:pt idx="136">
                  <c:v>2.8177272727272724</c:v>
                </c:pt>
                <c:pt idx="137">
                  <c:v>2.5745000000000009</c:v>
                </c:pt>
                <c:pt idx="138">
                  <c:v>2.5727272727272723</c:v>
                </c:pt>
                <c:pt idx="139">
                  <c:v>2.1190909090909091</c:v>
                </c:pt>
                <c:pt idx="140">
                  <c:v>2.1579999999999999</c:v>
                </c:pt>
                <c:pt idx="141">
                  <c:v>2.190454545454545</c:v>
                </c:pt>
                <c:pt idx="142">
                  <c:v>2.2805263157894733</c:v>
                </c:pt>
                <c:pt idx="143">
                  <c:v>2.2976190476190474</c:v>
                </c:pt>
                <c:pt idx="144">
                  <c:v>2.216190476190476</c:v>
                </c:pt>
                <c:pt idx="145">
                  <c:v>1.9705263157894735</c:v>
                </c:pt>
                <c:pt idx="146">
                  <c:v>1.4549999999999998</c:v>
                </c:pt>
                <c:pt idx="147">
                  <c:v>1.2652380952380953</c:v>
                </c:pt>
                <c:pt idx="148">
                  <c:v>1.3779999999999999</c:v>
                </c:pt>
                <c:pt idx="149">
                  <c:v>1.4936363636363632</c:v>
                </c:pt>
                <c:pt idx="150">
                  <c:v>1.3104545454545451</c:v>
                </c:pt>
                <c:pt idx="151">
                  <c:v>1.3580952380952382</c:v>
                </c:pt>
                <c:pt idx="152">
                  <c:v>1.4228571428571428</c:v>
                </c:pt>
                <c:pt idx="153">
                  <c:v>1.5685714285714287</c:v>
                </c:pt>
                <c:pt idx="154">
                  <c:v>1.6152631578947372</c:v>
                </c:pt>
                <c:pt idx="155">
                  <c:v>1.6704545454545452</c:v>
                </c:pt>
                <c:pt idx="156">
                  <c:v>1.8247368421052632</c:v>
                </c:pt>
                <c:pt idx="157">
                  <c:v>2.0426315789473684</c:v>
                </c:pt>
                <c:pt idx="158">
                  <c:v>2.3391304347826094</c:v>
                </c:pt>
                <c:pt idx="159">
                  <c:v>2.2995454545454548</c:v>
                </c:pt>
                <c:pt idx="160">
                  <c:v>2.3159999999999998</c:v>
                </c:pt>
                <c:pt idx="161">
                  <c:v>2.163636363636364</c:v>
                </c:pt>
                <c:pt idx="162">
                  <c:v>1.9428571428571424</c:v>
                </c:pt>
                <c:pt idx="163">
                  <c:v>1.9163636363636363</c:v>
                </c:pt>
                <c:pt idx="164">
                  <c:v>1.9357142857142859</c:v>
                </c:pt>
                <c:pt idx="165">
                  <c:v>2.0594999999999999</c:v>
                </c:pt>
                <c:pt idx="166">
                  <c:v>1.9354999999999998</c:v>
                </c:pt>
                <c:pt idx="167">
                  <c:v>1.8477272727272727</c:v>
                </c:pt>
                <c:pt idx="168">
                  <c:v>2.0994999999999999</c:v>
                </c:pt>
                <c:pt idx="169">
                  <c:v>2.2463157894736843</c:v>
                </c:pt>
                <c:pt idx="170">
                  <c:v>2.4065217391304343</c:v>
                </c:pt>
                <c:pt idx="171">
                  <c:v>2.8120000000000003</c:v>
                </c:pt>
                <c:pt idx="172">
                  <c:v>3.0657142857142854</c:v>
                </c:pt>
                <c:pt idx="173">
                  <c:v>3.2457142857142856</c:v>
                </c:pt>
                <c:pt idx="174">
                  <c:v>3.1025</c:v>
                </c:pt>
                <c:pt idx="175">
                  <c:v>3.129565217391304</c:v>
                </c:pt>
                <c:pt idx="176">
                  <c:v>3.558095238095238</c:v>
                </c:pt>
                <c:pt idx="177">
                  <c:v>4.04</c:v>
                </c:pt>
                <c:pt idx="178">
                  <c:v>3.9989999999999988</c:v>
                </c:pt>
                <c:pt idx="179">
                  <c:v>3.6590476190476191</c:v>
                </c:pt>
                <c:pt idx="180">
                  <c:v>3.6644999999999994</c:v>
                </c:pt>
                <c:pt idx="181">
                  <c:v>3.802105263157896</c:v>
                </c:pt>
                <c:pt idx="182">
                  <c:v>3.7708695652173909</c:v>
                </c:pt>
                <c:pt idx="183">
                  <c:v>3.6845000000000008</c:v>
                </c:pt>
                <c:pt idx="184">
                  <c:v>3.855454545454545</c:v>
                </c:pt>
                <c:pt idx="185">
                  <c:v>3.8676190476190482</c:v>
                </c:pt>
                <c:pt idx="186">
                  <c:v>3.9589999999999996</c:v>
                </c:pt>
                <c:pt idx="187">
                  <c:v>4.28</c:v>
                </c:pt>
                <c:pt idx="188">
                  <c:v>4.4729999999999999</c:v>
                </c:pt>
                <c:pt idx="189">
                  <c:v>4.9466666666666672</c:v>
                </c:pt>
                <c:pt idx="190">
                  <c:v>4.66</c:v>
                </c:pt>
                <c:pt idx="191">
                  <c:v>4.1444999999999999</c:v>
                </c:pt>
                <c:pt idx="192">
                  <c:v>4.2580952380952386</c:v>
                </c:pt>
                <c:pt idx="193">
                  <c:v>4.3770000000000007</c:v>
                </c:pt>
                <c:pt idx="194">
                  <c:v>4.3600000000000012</c:v>
                </c:pt>
                <c:pt idx="195">
                  <c:v>4.6590909090909101</c:v>
                </c:pt>
                <c:pt idx="196">
                  <c:v>4.6199999999999983</c:v>
                </c:pt>
                <c:pt idx="197">
                  <c:v>4.4447368421052635</c:v>
                </c:pt>
                <c:pt idx="198">
                  <c:v>4.4613636363636369</c:v>
                </c:pt>
                <c:pt idx="199">
                  <c:v>4.1536363636363625</c:v>
                </c:pt>
                <c:pt idx="200">
                  <c:v>4.0445000000000002</c:v>
                </c:pt>
                <c:pt idx="201">
                  <c:v>4.3754545454545459</c:v>
                </c:pt>
                <c:pt idx="202">
                  <c:v>4.5368421052631582</c:v>
                </c:pt>
                <c:pt idx="203">
                  <c:v>4.5804761904761913</c:v>
                </c:pt>
                <c:pt idx="204">
                  <c:v>4.8538095238095238</c:v>
                </c:pt>
                <c:pt idx="205">
                  <c:v>4.6805263157894741</c:v>
                </c:pt>
                <c:pt idx="206">
                  <c:v>4.5980952380952385</c:v>
                </c:pt>
                <c:pt idx="207">
                  <c:v>4.7109523809523797</c:v>
                </c:pt>
                <c:pt idx="208">
                  <c:v>4.9047619047619051</c:v>
                </c:pt>
                <c:pt idx="209">
                  <c:v>4.891</c:v>
                </c:pt>
                <c:pt idx="210">
                  <c:v>4.921818181818181</c:v>
                </c:pt>
                <c:pt idx="211">
                  <c:v>4.8685714285714283</c:v>
                </c:pt>
                <c:pt idx="212">
                  <c:v>4.7428571428571429</c:v>
                </c:pt>
                <c:pt idx="213">
                  <c:v>4.6405555555555553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F07-4FA6-89FB-A39F7F2F5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4654624"/>
        <c:axId val="2027049552"/>
      </c:lineChart>
      <c:catAx>
        <c:axId val="509692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27045392"/>
        <c:crosses val="autoZero"/>
        <c:auto val="1"/>
        <c:lblAlgn val="ctr"/>
        <c:lblOffset val="100"/>
        <c:noMultiLvlLbl val="0"/>
      </c:catAx>
      <c:valAx>
        <c:axId val="202704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₽_-;\-* #\ ##0\ _₽_-;_-* &quot;-&quot;??\ _₽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9692064"/>
        <c:crosses val="autoZero"/>
        <c:crossBetween val="between"/>
      </c:valAx>
      <c:valAx>
        <c:axId val="2027049552"/>
        <c:scaling>
          <c:orientation val="minMax"/>
        </c:scaling>
        <c:delete val="0"/>
        <c:axPos val="r"/>
        <c:numFmt formatCode="_-* #\ ##0\ _₽_-;\-* #\ ##0\ _₽_-;_-* &quot;-&quot;??\ _₽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4654624"/>
        <c:crosses val="max"/>
        <c:crossBetween val="between"/>
      </c:valAx>
      <c:catAx>
        <c:axId val="3246546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270495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69CBC-7D91-409A-BBEA-6C86EF8EE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7976B1-593B-45D7-BA2C-957E8F13E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altLang="zh-CN"/>
              <a:t>Образец подзаголовка</a:t>
            </a:r>
            <a:endParaRPr lang="zh-CN" alt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355AFE-7EEE-48FF-82BA-5584636F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EBC1E2-8443-4F64-BA3F-C94D3366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1DC26D-BF73-4B45-9259-839E5B91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6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8BB92-D96C-4414-9AE9-DBB1EE49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27909E-B003-46CC-9F74-DE36311B9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A61E3-62B3-48BC-8B8B-65D00BEE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3393E-3452-44E8-8B48-E1FEBCC8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F9CAEC-B0D2-413E-93D1-D0848B18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7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0559A-CBD6-44BF-900D-2F9196AF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D7ABC0-4487-4414-B93B-2AFEC9F62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4D0FCE-F120-410D-B12B-1F8F40B2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1E4B17-62EE-413E-81E2-AA36E1CF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9434A-A7E7-49BD-A66F-7703FBF5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40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5F020-EB67-4A5B-919E-28D2C82B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36DD3D-37B6-4874-A519-2521CD258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D5B023-8834-4901-85B4-B1C7EA5AE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F1BA7A-C049-4043-A0D8-69F0E610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F60A01-1043-4EE7-95E1-61496573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0A6061-374B-4D3E-8FB0-DDACBB93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42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C0A25-4F90-4DE8-861D-AD83C9F8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CD81C1-A742-4CAE-953A-8D181FEAB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B06B44-1001-42AC-B85C-B9965CE34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F2B04D3-7701-4401-B879-561BEA09C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5FFCD1-8160-4EB5-8E12-A13BD4157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40E360-AD82-4EE2-8189-FC597948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0F1C05B-5EC1-4EBD-9650-E46E658A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98A87F-D310-4213-9A2A-60D7305B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30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AD9B4-93A0-4161-B2A6-062E6920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4EE9432-462C-4BB2-B7C7-CAA9D9D8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21F31B-00C4-4D18-8D99-18667F14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951F79-994E-4CED-B56A-0692EC35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95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AC70A4-A04F-414F-93A7-840CD996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372BAA1-6C2A-41E6-892B-4F483D88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40FE2-B2E4-465B-B8C2-B1C77BF4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46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36F52-D449-4F82-A345-5FB1B40A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3C29B-66E5-4657-B878-C23C1A43F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A4DE8F-DE0C-4924-A9C1-EAC616FE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A0CAD-137B-4764-A0C2-A26CEB7B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1352CD-078F-4D79-A047-61138FFD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D522AF-E4EE-452D-822E-74F9B3DC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64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80586-F814-45D0-A711-C86D76C0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E72981-4916-48F0-AF4B-4288EB430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E0F9BE-9825-43E0-943C-BA7A6CF50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50C4FA-5518-431E-B039-45B2ACB6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5A2D80-E55B-47FE-BD09-76F6F2E1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59C250-F7D7-4C2E-BE0E-C7F333FC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23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D323D-4243-4306-BBC2-438724FB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3625C-579A-4AB6-B82F-037746B99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A23D06-11DD-4A80-BA1E-09B921A5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B7E1D6-C817-4C64-A3DB-CDDBCD8B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D9B60F-87D1-4A07-9CE3-EFD24817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98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5C3CF1-8EFC-4DA9-BBA7-A53F31A4F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D65C20-367F-4CC5-BA7C-E7935E8C2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744F4-92B4-4320-9CF1-65F03B30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F5CEB-12A0-43D9-ADC3-64B3D52B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3F20A1-0047-42F7-B566-56EA506A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75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3614C-16FE-4A56-A109-1CE665B2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03C869-ACA4-471C-AA28-2C9329713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575BB6-1248-48D0-86E5-4AE3FFA4D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CF357-8408-42FA-BCDA-2BC0C1C26A66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B9B0D-D875-41B1-8186-1498E13BB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2BDCF2-17AA-4912-B5AB-0D1052016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8484A-A8FA-4837-85CA-FC9F46E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52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98BC7-4822-43BE-95AC-212ACFF310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zh-CN" dirty="0"/>
              <a:t>Макро предпосылки и новостной фон.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755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B2B5CE3-8CEC-4472-984C-3F81F9E365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045309"/>
              </p:ext>
            </p:extLst>
          </p:nvPr>
        </p:nvGraphicFramePr>
        <p:xfrm>
          <a:off x="578137" y="262522"/>
          <a:ext cx="10546080" cy="3166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4CBE07-472C-43B8-9F5E-EDB6FB6A4028}"/>
              </a:ext>
            </a:extLst>
          </p:cNvPr>
          <p:cNvSpPr/>
          <p:nvPr/>
        </p:nvSpPr>
        <p:spPr>
          <a:xfrm>
            <a:off x="258937" y="3633690"/>
            <a:ext cx="1159016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2008-2009: </a:t>
            </a:r>
            <a:r>
              <a:rPr lang="en-US" altLang="zh-CN" b="1" dirty="0" err="1"/>
              <a:t>Финансовый</a:t>
            </a:r>
            <a:r>
              <a:rPr lang="en-US" altLang="zh-CN" b="1" dirty="0"/>
              <a:t> </a:t>
            </a:r>
            <a:r>
              <a:rPr lang="en-US" altLang="zh-CN" b="1" dirty="0" err="1"/>
              <a:t>кризис</a:t>
            </a:r>
            <a:r>
              <a:rPr lang="en-US" altLang="zh-CN" b="1" dirty="0"/>
              <a:t> и </a:t>
            </a:r>
            <a:r>
              <a:rPr lang="en-US" altLang="zh-CN" b="1" dirty="0" err="1"/>
              <a:t>Великая</a:t>
            </a:r>
            <a:r>
              <a:rPr lang="en-US" altLang="zh-CN" b="1" dirty="0"/>
              <a:t> </a:t>
            </a:r>
            <a:r>
              <a:rPr lang="en-US" altLang="zh-CN" b="1" dirty="0" err="1"/>
              <a:t>рецессия</a:t>
            </a:r>
            <a:r>
              <a:rPr lang="ru-RU" altLang="zh-CN" b="1" dirty="0"/>
              <a:t>: </a:t>
            </a:r>
            <a:r>
              <a:rPr lang="ru-RU" altLang="zh-CN" dirty="0"/>
              <a:t>Цена на нефть стала индикатором глобального спроса. Ее обвал предвосхитил глубокую рецессию и дефляционное давление, на что ФРС отреагировала нулевыми ставками</a:t>
            </a:r>
          </a:p>
          <a:p>
            <a:r>
              <a:rPr lang="en-US" altLang="zh-CN" b="1" dirty="0"/>
              <a:t>2010-2014: </a:t>
            </a:r>
            <a:r>
              <a:rPr lang="en-US" altLang="zh-CN" b="1" dirty="0" err="1"/>
              <a:t>Восстановление</a:t>
            </a:r>
            <a:r>
              <a:rPr lang="en-US" altLang="zh-CN" b="1" dirty="0"/>
              <a:t> и "</a:t>
            </a:r>
            <a:r>
              <a:rPr lang="en-US" altLang="zh-CN" b="1" dirty="0" err="1"/>
              <a:t>Золотая</a:t>
            </a:r>
            <a:r>
              <a:rPr lang="en-US" altLang="zh-CN" b="1" dirty="0"/>
              <a:t> </a:t>
            </a:r>
            <a:r>
              <a:rPr lang="en-US" altLang="zh-CN" b="1" dirty="0" err="1"/>
              <a:t>эра</a:t>
            </a:r>
            <a:r>
              <a:rPr lang="en-US" altLang="zh-CN" b="1" dirty="0"/>
              <a:t>"</a:t>
            </a:r>
            <a:r>
              <a:rPr lang="ru-RU" altLang="zh-CN" b="1" dirty="0"/>
              <a:t>: </a:t>
            </a:r>
            <a:r>
              <a:rPr lang="ru-RU" altLang="zh-CN" dirty="0"/>
              <a:t>Высокие цены на нефть поддерживались глобальным ростом и геополитикой. Сланцевая добыча в США создавала фоновое давление, но еще не доминировала на рынке.</a:t>
            </a:r>
          </a:p>
          <a:p>
            <a:r>
              <a:rPr lang="en-US" altLang="zh-CN" b="1" dirty="0"/>
              <a:t>2014-2016: </a:t>
            </a:r>
            <a:r>
              <a:rPr lang="en-US" altLang="zh-CN" b="1" dirty="0" err="1"/>
              <a:t>Война</a:t>
            </a:r>
            <a:r>
              <a:rPr lang="en-US" altLang="zh-CN" b="1" dirty="0"/>
              <a:t> </a:t>
            </a:r>
            <a:r>
              <a:rPr lang="en-US" altLang="zh-CN" b="1" dirty="0" err="1"/>
              <a:t>цен</a:t>
            </a:r>
            <a:r>
              <a:rPr lang="en-US" altLang="zh-CN" b="1" dirty="0"/>
              <a:t> и </a:t>
            </a:r>
            <a:r>
              <a:rPr lang="en-US" altLang="zh-CN" b="1" dirty="0" err="1"/>
              <a:t>обвал</a:t>
            </a:r>
            <a:r>
              <a:rPr lang="ru-RU" altLang="zh-CN" b="1" dirty="0"/>
              <a:t> :</a:t>
            </a:r>
            <a:r>
              <a:rPr lang="ru-RU" altLang="zh-CN" dirty="0"/>
              <a:t>Решение ОПЕК изменить стратегию стало шоком предложения. Падение цены было стремительным и глубоким, однако сильная экономика США позволила ФРС начать нормализацию ставок.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96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B2B5CE3-8CEC-4472-984C-3F81F9E365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440279"/>
              </p:ext>
            </p:extLst>
          </p:nvPr>
        </p:nvGraphicFramePr>
        <p:xfrm>
          <a:off x="578137" y="262522"/>
          <a:ext cx="10546080" cy="3166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4CBE07-472C-43B8-9F5E-EDB6FB6A4028}"/>
              </a:ext>
            </a:extLst>
          </p:cNvPr>
          <p:cNvSpPr/>
          <p:nvPr/>
        </p:nvSpPr>
        <p:spPr>
          <a:xfrm>
            <a:off x="258937" y="3633690"/>
            <a:ext cx="115901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2017-2019: </a:t>
            </a:r>
            <a:r>
              <a:rPr lang="en-US" altLang="zh-CN" b="1" dirty="0" err="1"/>
              <a:t>Восстановление</a:t>
            </a:r>
            <a:r>
              <a:rPr lang="en-US" altLang="zh-CN" b="1" dirty="0"/>
              <a:t> и </a:t>
            </a:r>
            <a:r>
              <a:rPr lang="en-US" altLang="zh-CN" b="1" dirty="0" err="1"/>
              <a:t>волатильность</a:t>
            </a:r>
            <a:r>
              <a:rPr lang="ru-RU" altLang="zh-CN" b="1" dirty="0"/>
              <a:t>: </a:t>
            </a:r>
            <a:r>
              <a:rPr lang="ru-RU" altLang="zh-CN" dirty="0"/>
              <a:t>Рынок стал заложником противостояния "сланцевая революция (США) </a:t>
            </a:r>
            <a:r>
              <a:rPr lang="en-US" altLang="zh-CN" dirty="0"/>
              <a:t>vs</a:t>
            </a:r>
            <a:r>
              <a:rPr lang="ru-RU" altLang="zh-CN" dirty="0"/>
              <a:t>. политика ОПЕК+" и "геополитика </a:t>
            </a:r>
            <a:r>
              <a:rPr lang="en-US" altLang="zh-CN" dirty="0"/>
              <a:t>vs</a:t>
            </a:r>
            <a:r>
              <a:rPr lang="ru-RU" altLang="zh-CN" dirty="0"/>
              <a:t>. торговые войны".</a:t>
            </a:r>
          </a:p>
          <a:p>
            <a:r>
              <a:rPr lang="en-US" altLang="zh-CN" b="1" dirty="0"/>
              <a:t>2020-2021: </a:t>
            </a:r>
            <a:r>
              <a:rPr lang="en-US" altLang="zh-CN" b="1" dirty="0" err="1"/>
              <a:t>Пандемийный</a:t>
            </a:r>
            <a:r>
              <a:rPr lang="en-US" altLang="zh-CN" b="1" dirty="0"/>
              <a:t> </a:t>
            </a:r>
            <a:r>
              <a:rPr lang="en-US" altLang="zh-CN" b="1" dirty="0" err="1"/>
              <a:t>шок</a:t>
            </a:r>
            <a:r>
              <a:rPr lang="en-US" altLang="zh-CN" b="1" dirty="0"/>
              <a:t> и </a:t>
            </a:r>
            <a:r>
              <a:rPr lang="en-US" altLang="zh-CN" b="1" dirty="0" err="1"/>
              <a:t>восстановление</a:t>
            </a:r>
            <a:r>
              <a:rPr lang="ru-RU" altLang="zh-CN" b="1" dirty="0"/>
              <a:t>: </a:t>
            </a:r>
            <a:r>
              <a:rPr lang="ru-RU" altLang="zh-CN" dirty="0"/>
              <a:t>Шок 2020 года был самым быстрым и глубоким в истории. Беспрецедентные фискальные и монетарные стимулы вызвали столь же быстрое восстановление, переросшее в инфляционный перегрев.</a:t>
            </a:r>
          </a:p>
          <a:p>
            <a:r>
              <a:rPr lang="en-US" altLang="zh-CN" b="1" dirty="0"/>
              <a:t>2022-2024: </a:t>
            </a:r>
            <a:r>
              <a:rPr lang="en-US" altLang="zh-CN" b="1" dirty="0" err="1"/>
              <a:t>Геополитика</a:t>
            </a:r>
            <a:r>
              <a:rPr lang="en-US" altLang="zh-CN" b="1" dirty="0"/>
              <a:t>, </a:t>
            </a:r>
            <a:r>
              <a:rPr lang="en-US" altLang="zh-CN" b="1" dirty="0" err="1"/>
              <a:t>инфляция</a:t>
            </a:r>
            <a:r>
              <a:rPr lang="en-US" altLang="zh-CN" b="1" dirty="0"/>
              <a:t> и </a:t>
            </a:r>
            <a:r>
              <a:rPr lang="en-US" altLang="zh-CN" b="1" dirty="0" err="1"/>
              <a:t>борьба</a:t>
            </a:r>
            <a:r>
              <a:rPr lang="en-US" altLang="zh-CN" b="1" dirty="0"/>
              <a:t> ФРС</a:t>
            </a:r>
            <a:r>
              <a:rPr lang="ru-RU" altLang="zh-CN" b="1" dirty="0"/>
              <a:t>: </a:t>
            </a:r>
            <a:r>
              <a:rPr lang="ru-RU" altLang="zh-CN" dirty="0"/>
              <a:t>Нефть стала заложником противоборствующих сил:</a:t>
            </a:r>
            <a:r>
              <a:rPr lang="en-US" altLang="zh-CN" dirty="0"/>
              <a:t> </a:t>
            </a:r>
            <a:r>
              <a:rPr lang="ru-RU" altLang="zh-CN" b="1" dirty="0"/>
              <a:t>геополитический риск (рост)</a:t>
            </a:r>
            <a:r>
              <a:rPr lang="en-US" altLang="zh-CN" dirty="0"/>
              <a:t> vs</a:t>
            </a:r>
            <a:r>
              <a:rPr lang="ru-RU" altLang="zh-CN" dirty="0"/>
              <a:t>.</a:t>
            </a:r>
            <a:r>
              <a:rPr lang="en-US" altLang="zh-CN" dirty="0"/>
              <a:t> </a:t>
            </a:r>
            <a:r>
              <a:rPr lang="ru-RU" altLang="zh-CN" b="1" dirty="0"/>
              <a:t>жесткая монетарная политика (снижение)</a:t>
            </a:r>
            <a:r>
              <a:rPr lang="ru-RU" altLang="zh-CN" dirty="0"/>
              <a:t>. </a:t>
            </a:r>
            <a:r>
              <a:rPr lang="en-US" altLang="zh-CN" dirty="0" err="1"/>
              <a:t>Действия</a:t>
            </a:r>
            <a:r>
              <a:rPr lang="en-US" altLang="zh-CN" dirty="0"/>
              <a:t> ОПЕК+ </a:t>
            </a:r>
            <a:r>
              <a:rPr lang="en-US" altLang="zh-CN" dirty="0" err="1"/>
              <a:t>служат</a:t>
            </a:r>
            <a:r>
              <a:rPr lang="en-US" altLang="zh-CN" dirty="0"/>
              <a:t> </a:t>
            </a:r>
            <a:r>
              <a:rPr lang="en-US" altLang="zh-CN" dirty="0" err="1"/>
              <a:t>стабилизатором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9062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213</Words>
  <Application>Microsoft Office PowerPoint</Application>
  <PresentationFormat>Широкоэкранный</PresentationFormat>
  <Paragraphs>9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Тема Office</vt:lpstr>
      <vt:lpstr>Макро предпосылки и новостной фон.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Lenovo</cp:lastModifiedBy>
  <cp:revision>3</cp:revision>
  <dcterms:created xsi:type="dcterms:W3CDTF">2025-10-31T13:29:54Z</dcterms:created>
  <dcterms:modified xsi:type="dcterms:W3CDTF">2025-10-31T14:04:29Z</dcterms:modified>
</cp:coreProperties>
</file>